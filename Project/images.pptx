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81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/>
    <p:restoredTop sz="94706"/>
  </p:normalViewPr>
  <p:slideViewPr>
    <p:cSldViewPr snapToGrid="0" snapToObjects="1">
      <p:cViewPr varScale="1">
        <p:scale>
          <a:sx n="111" d="100"/>
          <a:sy n="111" d="100"/>
        </p:scale>
        <p:origin x="2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karry/KarryRen/Fintech/Karry-PHBS/FintechClass/Class/M2/Financial-Market-and-Investment-in-China/FMIC/Project/data/Data-Figure1/Summary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Data/2_China's_EX_Reserv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Data-Figure4/data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Data/CFETS-RMB-Index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Data/CFETS-RMB-Index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Data-Figure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rry/KarryRen/Fintech/Karry-PHBS/FintechClass/Class/M2/Financial-Market-and-Investment-in-China/FMIC/Project/data/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/Users/karry/KarryRen/Fintech/Karry-PHBS/FintechClass/Class/M2/Financial-Market-and-Investment-in-China/FMIC/Project/data/Data/4_China_Imports_Yo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Trading Volume (Left) </c:v>
                </c:pt>
              </c:strCache>
            </c:strRef>
          </c:tx>
          <c:spPr>
            <a:solidFill>
              <a:srgbClr val="4472C4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cat>
            <c:numRef>
              <c:f>Sheet1!$B$2:$B$10</c:f>
              <c:numCache>
                <c:formatCode>General</c:formatCod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numCache>
            </c:numRef>
          </c:cat>
          <c:val>
            <c:numRef>
              <c:f>Sheet1!$C$2:$C$10</c:f>
              <c:numCache>
                <c:formatCode>0</c:formatCode>
                <c:ptCount val="9"/>
                <c:pt idx="0">
                  <c:v>17763.115572736398</c:v>
                </c:pt>
                <c:pt idx="1">
                  <c:v>20298.389370697001</c:v>
                </c:pt>
                <c:pt idx="2">
                  <c:v>24084.516318612499</c:v>
                </c:pt>
                <c:pt idx="3">
                  <c:v>29071.076338961</c:v>
                </c:pt>
                <c:pt idx="4">
                  <c:v>29119.648143111699</c:v>
                </c:pt>
                <c:pt idx="5">
                  <c:v>29934.5487226515</c:v>
                </c:pt>
                <c:pt idx="6" formatCode="0_ ">
                  <c:v>36867.590796399003</c:v>
                </c:pt>
                <c:pt idx="7">
                  <c:v>34500.092577800096</c:v>
                </c:pt>
                <c:pt idx="8">
                  <c:v>35848.028089952997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64-D145-ABE8-26DA06778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5332400"/>
        <c:axId val="475334048"/>
      </c:bar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Average Daily Trading Volume (Right)</c:v>
                </c:pt>
              </c:strCache>
            </c:strRef>
          </c:tx>
          <c:spPr>
            <a:ln w="38100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2-B964-D145-ABE8-26DA06778A4C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4-B964-D145-ABE8-26DA06778A4C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6-B964-D145-ABE8-26DA06778A4C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8-B964-D145-ABE8-26DA06778A4C}"/>
              </c:ext>
            </c:extLst>
          </c:dPt>
          <c:dPt>
            <c:idx val="5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A-B964-D145-ABE8-26DA06778A4C}"/>
              </c:ext>
            </c:extLst>
          </c:dPt>
          <c:dPt>
            <c:idx val="7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C-B964-D145-ABE8-26DA06778A4C}"/>
              </c:ext>
            </c:extLst>
          </c:dPt>
          <c:dPt>
            <c:idx val="8"/>
            <c:marker>
              <c:symbol val="none"/>
            </c:marker>
            <c:bubble3D val="0"/>
            <c:spPr>
              <a:ln w="38100" cap="rnd">
                <a:solidFill>
                  <a:srgbClr val="4472C4"/>
                </a:solidFill>
                <a:round/>
                <a:headEnd type="oval" w="med" len="med"/>
                <a:tailEnd type="oval" w="med" len="med"/>
              </a:ln>
              <a:effectLst/>
            </c:spPr>
            <c:extLst>
              <c:ext xmlns:c16="http://schemas.microsoft.com/office/drawing/2014/chart" uri="{C3380CC4-5D6E-409C-BE32-E72D297353CC}">
                <c16:uniqueId val="{0000000E-B964-D145-ABE8-26DA06778A4C}"/>
              </c:ext>
            </c:extLst>
          </c:dPt>
          <c:val>
            <c:numRef>
              <c:f>Sheet1!$D$2:$D$10</c:f>
              <c:numCache>
                <c:formatCode>0.00</c:formatCode>
                <c:ptCount val="9"/>
                <c:pt idx="0">
                  <c:v>48.666070062291503</c:v>
                </c:pt>
                <c:pt idx="1">
                  <c:v>55.460080247806012</c:v>
                </c:pt>
                <c:pt idx="2">
                  <c:v>65.984976215376705</c:v>
                </c:pt>
                <c:pt idx="3">
                  <c:v>79.646784490304114</c:v>
                </c:pt>
                <c:pt idx="4">
                  <c:v>79.77985792633342</c:v>
                </c:pt>
                <c:pt idx="5">
                  <c:v>81.788384488118851</c:v>
                </c:pt>
                <c:pt idx="6">
                  <c:v>101.00709807232603</c:v>
                </c:pt>
                <c:pt idx="7">
                  <c:v>94.520801583013963</c:v>
                </c:pt>
                <c:pt idx="8">
                  <c:v>98.213775588912327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964-D145-ABE8-26DA06778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7114784"/>
        <c:axId val="487069168"/>
      </c:lineChart>
      <c:catAx>
        <c:axId val="475332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475334048"/>
        <c:crosses val="autoZero"/>
        <c:auto val="1"/>
        <c:lblAlgn val="ctr"/>
        <c:lblOffset val="100"/>
        <c:noMultiLvlLbl val="0"/>
      </c:catAx>
      <c:valAx>
        <c:axId val="475334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475332400"/>
        <c:crosses val="autoZero"/>
        <c:crossBetween val="between"/>
      </c:valAx>
      <c:valAx>
        <c:axId val="487069168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487114784"/>
        <c:crosses val="max"/>
        <c:crossBetween val="between"/>
      </c:valAx>
      <c:catAx>
        <c:axId val="487114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87069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'China''s Official Fox Reserves'!$B$1</c:f>
              <c:strCache>
                <c:ptCount val="1"/>
                <c:pt idx="0">
                  <c:v>China's Official Fox Reserves(Hundred Millon $)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'China''s Official Fox Reserves'!$A$2:$A$333</c:f>
              <c:numCache>
                <c:formatCode>yyyy\-mm</c:formatCode>
                <c:ptCount val="332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</c:numCache>
            </c:numRef>
          </c:cat>
          <c:val>
            <c:numRef>
              <c:f>'China''s Official Fox Reserves'!$B$2:$B$333</c:f>
              <c:numCache>
                <c:formatCode>#,##0.00_ </c:formatCode>
                <c:ptCount val="332"/>
                <c:pt idx="0">
                  <c:v>1561</c:v>
                </c:pt>
                <c:pt idx="1">
                  <c:v>1565.59</c:v>
                </c:pt>
                <c:pt idx="2">
                  <c:v>1568.2</c:v>
                </c:pt>
                <c:pt idx="3">
                  <c:v>1568.46</c:v>
                </c:pt>
                <c:pt idx="4">
                  <c:v>1580.19</c:v>
                </c:pt>
                <c:pt idx="5">
                  <c:v>1585.6799999999998</c:v>
                </c:pt>
                <c:pt idx="6">
                  <c:v>1585.96</c:v>
                </c:pt>
                <c:pt idx="7">
                  <c:v>1592.17</c:v>
                </c:pt>
                <c:pt idx="8">
                  <c:v>1600.92</c:v>
                </c:pt>
                <c:pt idx="9">
                  <c:v>1613.4399999999998</c:v>
                </c:pt>
                <c:pt idx="10">
                  <c:v>1639.11</c:v>
                </c:pt>
                <c:pt idx="11">
                  <c:v>1655.74</c:v>
                </c:pt>
                <c:pt idx="12">
                  <c:v>1686.23</c:v>
                </c:pt>
                <c:pt idx="13">
                  <c:v>1747.73</c:v>
                </c:pt>
                <c:pt idx="14">
                  <c:v>1758.47</c:v>
                </c:pt>
                <c:pt idx="15">
                  <c:v>1771.78</c:v>
                </c:pt>
                <c:pt idx="16">
                  <c:v>1790</c:v>
                </c:pt>
                <c:pt idx="17">
                  <c:v>1808.38</c:v>
                </c:pt>
                <c:pt idx="18">
                  <c:v>1844.92</c:v>
                </c:pt>
                <c:pt idx="19">
                  <c:v>1900.53</c:v>
                </c:pt>
                <c:pt idx="20">
                  <c:v>1957.6399999999999</c:v>
                </c:pt>
                <c:pt idx="21">
                  <c:v>2030.2900000000002</c:v>
                </c:pt>
                <c:pt idx="22">
                  <c:v>2083.15</c:v>
                </c:pt>
                <c:pt idx="23">
                  <c:v>2121.65</c:v>
                </c:pt>
                <c:pt idx="24">
                  <c:v>2174</c:v>
                </c:pt>
                <c:pt idx="25">
                  <c:v>2235.31</c:v>
                </c:pt>
                <c:pt idx="26">
                  <c:v>2276.0500000000002</c:v>
                </c:pt>
                <c:pt idx="27">
                  <c:v>2338.2400000000002</c:v>
                </c:pt>
                <c:pt idx="28">
                  <c:v>2384.73</c:v>
                </c:pt>
                <c:pt idx="29">
                  <c:v>2427.63</c:v>
                </c:pt>
                <c:pt idx="30">
                  <c:v>2465.34</c:v>
                </c:pt>
                <c:pt idx="31">
                  <c:v>2530.9</c:v>
                </c:pt>
                <c:pt idx="32">
                  <c:v>2586.3000000000002</c:v>
                </c:pt>
                <c:pt idx="33">
                  <c:v>2655.3900000000003</c:v>
                </c:pt>
                <c:pt idx="34">
                  <c:v>2746.25</c:v>
                </c:pt>
                <c:pt idx="35">
                  <c:v>2864.0699999999997</c:v>
                </c:pt>
                <c:pt idx="36">
                  <c:v>3044.6</c:v>
                </c:pt>
                <c:pt idx="37">
                  <c:v>3082.5</c:v>
                </c:pt>
                <c:pt idx="38">
                  <c:v>3160.1</c:v>
                </c:pt>
                <c:pt idx="39">
                  <c:v>3262.9100000000003</c:v>
                </c:pt>
                <c:pt idx="40">
                  <c:v>3400.61</c:v>
                </c:pt>
                <c:pt idx="41">
                  <c:v>3464.76</c:v>
                </c:pt>
                <c:pt idx="42">
                  <c:v>3564.86</c:v>
                </c:pt>
                <c:pt idx="43">
                  <c:v>3647.34</c:v>
                </c:pt>
                <c:pt idx="44">
                  <c:v>3838.63</c:v>
                </c:pt>
                <c:pt idx="45">
                  <c:v>4009.9199999999996</c:v>
                </c:pt>
                <c:pt idx="46">
                  <c:v>4203.6100000000006</c:v>
                </c:pt>
                <c:pt idx="47">
                  <c:v>4032.5099999999998</c:v>
                </c:pt>
                <c:pt idx="48">
                  <c:v>4157.2</c:v>
                </c:pt>
                <c:pt idx="49">
                  <c:v>4266.3999999999996</c:v>
                </c:pt>
                <c:pt idx="50">
                  <c:v>4398.22</c:v>
                </c:pt>
                <c:pt idx="51">
                  <c:v>4490.17</c:v>
                </c:pt>
                <c:pt idx="52">
                  <c:v>4585.5999999999995</c:v>
                </c:pt>
                <c:pt idx="53">
                  <c:v>4706.3900000000003</c:v>
                </c:pt>
                <c:pt idx="54">
                  <c:v>4829.8200000000006</c:v>
                </c:pt>
                <c:pt idx="55">
                  <c:v>4961.6900000000005</c:v>
                </c:pt>
                <c:pt idx="56">
                  <c:v>5145.38</c:v>
                </c:pt>
                <c:pt idx="57">
                  <c:v>5424.43</c:v>
                </c:pt>
                <c:pt idx="58">
                  <c:v>5738.8200000000006</c:v>
                </c:pt>
                <c:pt idx="59">
                  <c:v>6099.32</c:v>
                </c:pt>
                <c:pt idx="60">
                  <c:v>6236.46</c:v>
                </c:pt>
                <c:pt idx="61">
                  <c:v>6426.0999999999995</c:v>
                </c:pt>
                <c:pt idx="62">
                  <c:v>6591.4400000000005</c:v>
                </c:pt>
                <c:pt idx="63">
                  <c:v>6707.74</c:v>
                </c:pt>
                <c:pt idx="64">
                  <c:v>6910.12</c:v>
                </c:pt>
                <c:pt idx="65">
                  <c:v>7109.7300000000005</c:v>
                </c:pt>
                <c:pt idx="66">
                  <c:v>7327.33</c:v>
                </c:pt>
                <c:pt idx="67">
                  <c:v>7532.09</c:v>
                </c:pt>
                <c:pt idx="68">
                  <c:v>7690.0400000000009</c:v>
                </c:pt>
                <c:pt idx="69">
                  <c:v>7849.02</c:v>
                </c:pt>
                <c:pt idx="70">
                  <c:v>7942.2300000000005</c:v>
                </c:pt>
                <c:pt idx="71">
                  <c:v>8188.72</c:v>
                </c:pt>
                <c:pt idx="72">
                  <c:v>8451.7999999999993</c:v>
                </c:pt>
                <c:pt idx="73">
                  <c:v>8536.7199999999993</c:v>
                </c:pt>
                <c:pt idx="74">
                  <c:v>8750.6999999999989</c:v>
                </c:pt>
                <c:pt idx="75">
                  <c:v>8950.4</c:v>
                </c:pt>
                <c:pt idx="76">
                  <c:v>9250.1999999999989</c:v>
                </c:pt>
                <c:pt idx="77">
                  <c:v>9411.1500000000015</c:v>
                </c:pt>
                <c:pt idx="78">
                  <c:v>9545.5</c:v>
                </c:pt>
                <c:pt idx="79">
                  <c:v>9720.39</c:v>
                </c:pt>
                <c:pt idx="80">
                  <c:v>9879.2800000000007</c:v>
                </c:pt>
                <c:pt idx="81">
                  <c:v>10096.26</c:v>
                </c:pt>
                <c:pt idx="82">
                  <c:v>10387.51</c:v>
                </c:pt>
                <c:pt idx="83">
                  <c:v>10663.44</c:v>
                </c:pt>
                <c:pt idx="84">
                  <c:v>11046.92</c:v>
                </c:pt>
                <c:pt idx="85">
                  <c:v>11573.720000000001</c:v>
                </c:pt>
                <c:pt idx="86">
                  <c:v>12020.31</c:v>
                </c:pt>
                <c:pt idx="87">
                  <c:v>12465.66</c:v>
                </c:pt>
                <c:pt idx="88">
                  <c:v>12926.710000000001</c:v>
                </c:pt>
                <c:pt idx="89">
                  <c:v>13326.247100000001</c:v>
                </c:pt>
                <c:pt idx="90">
                  <c:v>13851.998100000001</c:v>
                </c:pt>
                <c:pt idx="91">
                  <c:v>14086.411900000001</c:v>
                </c:pt>
                <c:pt idx="92">
                  <c:v>14336.114</c:v>
                </c:pt>
                <c:pt idx="93">
                  <c:v>14548.9792</c:v>
                </c:pt>
                <c:pt idx="94">
                  <c:v>14969.058299999999</c:v>
                </c:pt>
                <c:pt idx="95">
                  <c:v>15282.491100000001</c:v>
                </c:pt>
                <c:pt idx="96">
                  <c:v>15898.1</c:v>
                </c:pt>
                <c:pt idx="97">
                  <c:v>16471.34</c:v>
                </c:pt>
                <c:pt idx="98">
                  <c:v>16821.77</c:v>
                </c:pt>
                <c:pt idx="99">
                  <c:v>17566.55</c:v>
                </c:pt>
                <c:pt idx="100">
                  <c:v>17969.61</c:v>
                </c:pt>
                <c:pt idx="101">
                  <c:v>18088.28</c:v>
                </c:pt>
                <c:pt idx="102">
                  <c:v>18451.64</c:v>
                </c:pt>
                <c:pt idx="103">
                  <c:v>18841.53</c:v>
                </c:pt>
                <c:pt idx="104">
                  <c:v>19055.850000000002</c:v>
                </c:pt>
                <c:pt idx="105">
                  <c:v>18796.875599999999</c:v>
                </c:pt>
                <c:pt idx="106">
                  <c:v>18847.173200000001</c:v>
                </c:pt>
                <c:pt idx="107">
                  <c:v>19460.3024</c:v>
                </c:pt>
                <c:pt idx="108">
                  <c:v>19134.559999999998</c:v>
                </c:pt>
                <c:pt idx="109">
                  <c:v>19120.66</c:v>
                </c:pt>
                <c:pt idx="110">
                  <c:v>19537.41</c:v>
                </c:pt>
                <c:pt idx="111">
                  <c:v>20088.8</c:v>
                </c:pt>
                <c:pt idx="112">
                  <c:v>20894.91</c:v>
                </c:pt>
                <c:pt idx="113">
                  <c:v>21316.06</c:v>
                </c:pt>
                <c:pt idx="114">
                  <c:v>21746.18</c:v>
                </c:pt>
                <c:pt idx="115">
                  <c:v>22108.27</c:v>
                </c:pt>
                <c:pt idx="116">
                  <c:v>22725.95</c:v>
                </c:pt>
                <c:pt idx="117">
                  <c:v>23282.720000000001</c:v>
                </c:pt>
                <c:pt idx="118">
                  <c:v>23887.884699999999</c:v>
                </c:pt>
                <c:pt idx="119">
                  <c:v>23991.5229</c:v>
                </c:pt>
                <c:pt idx="120">
                  <c:v>24152.2107</c:v>
                </c:pt>
                <c:pt idx="121">
                  <c:v>24245.9067</c:v>
                </c:pt>
                <c:pt idx="122">
                  <c:v>24470.836500000001</c:v>
                </c:pt>
                <c:pt idx="123">
                  <c:v>24905.116999999998</c:v>
                </c:pt>
                <c:pt idx="124">
                  <c:v>24395.057799999999</c:v>
                </c:pt>
                <c:pt idx="125">
                  <c:v>24542.748</c:v>
                </c:pt>
                <c:pt idx="126">
                  <c:v>25388.9395</c:v>
                </c:pt>
                <c:pt idx="127">
                  <c:v>25478.377100000002</c:v>
                </c:pt>
                <c:pt idx="128">
                  <c:v>26483.03</c:v>
                </c:pt>
                <c:pt idx="129">
                  <c:v>27608.99</c:v>
                </c:pt>
                <c:pt idx="130">
                  <c:v>27678.09</c:v>
                </c:pt>
                <c:pt idx="131">
                  <c:v>28473.38</c:v>
                </c:pt>
                <c:pt idx="132">
                  <c:v>29316.74</c:v>
                </c:pt>
                <c:pt idx="133">
                  <c:v>29913.86</c:v>
                </c:pt>
                <c:pt idx="134">
                  <c:v>30446.74</c:v>
                </c:pt>
                <c:pt idx="135">
                  <c:v>31458.430000000004</c:v>
                </c:pt>
                <c:pt idx="136">
                  <c:v>31659.969999999998</c:v>
                </c:pt>
                <c:pt idx="137">
                  <c:v>31974.91</c:v>
                </c:pt>
                <c:pt idx="138">
                  <c:v>32452.83</c:v>
                </c:pt>
                <c:pt idx="139">
                  <c:v>32624.989999999998</c:v>
                </c:pt>
                <c:pt idx="140">
                  <c:v>32016.829999999998</c:v>
                </c:pt>
                <c:pt idx="141">
                  <c:v>32737.96</c:v>
                </c:pt>
                <c:pt idx="142">
                  <c:v>32209.07</c:v>
                </c:pt>
                <c:pt idx="143">
                  <c:v>31811.479999999996</c:v>
                </c:pt>
                <c:pt idx="144">
                  <c:v>32536.31</c:v>
                </c:pt>
                <c:pt idx="145">
                  <c:v>33096.57</c:v>
                </c:pt>
                <c:pt idx="146">
                  <c:v>33049.71</c:v>
                </c:pt>
                <c:pt idx="147">
                  <c:v>32989.129999999997</c:v>
                </c:pt>
                <c:pt idx="148">
                  <c:v>32061.089999999997</c:v>
                </c:pt>
                <c:pt idx="149">
                  <c:v>32400.05</c:v>
                </c:pt>
                <c:pt idx="150">
                  <c:v>32399.52</c:v>
                </c:pt>
                <c:pt idx="151">
                  <c:v>32729.01</c:v>
                </c:pt>
                <c:pt idx="152">
                  <c:v>32850.950000000004</c:v>
                </c:pt>
                <c:pt idx="153">
                  <c:v>32874.26</c:v>
                </c:pt>
                <c:pt idx="154">
                  <c:v>32976.71</c:v>
                </c:pt>
                <c:pt idx="155">
                  <c:v>33115.89</c:v>
                </c:pt>
                <c:pt idx="156">
                  <c:v>34100.61</c:v>
                </c:pt>
                <c:pt idx="157">
                  <c:v>33954.18</c:v>
                </c:pt>
                <c:pt idx="158">
                  <c:v>34426.49</c:v>
                </c:pt>
                <c:pt idx="159">
                  <c:v>35344.82</c:v>
                </c:pt>
                <c:pt idx="160">
                  <c:v>35148.07</c:v>
                </c:pt>
                <c:pt idx="161">
                  <c:v>34966.86</c:v>
                </c:pt>
                <c:pt idx="162">
                  <c:v>35478.1</c:v>
                </c:pt>
                <c:pt idx="163">
                  <c:v>35530.43</c:v>
                </c:pt>
                <c:pt idx="164">
                  <c:v>36626.620000000003</c:v>
                </c:pt>
                <c:pt idx="165">
                  <c:v>37365.870000000003</c:v>
                </c:pt>
                <c:pt idx="166">
                  <c:v>37894.509999999995</c:v>
                </c:pt>
                <c:pt idx="167">
                  <c:v>38213.15</c:v>
                </c:pt>
                <c:pt idx="168">
                  <c:v>38666.410000000003</c:v>
                </c:pt>
                <c:pt idx="169">
                  <c:v>39137.39</c:v>
                </c:pt>
                <c:pt idx="170">
                  <c:v>39480.97</c:v>
                </c:pt>
                <c:pt idx="171">
                  <c:v>39787.950000000004</c:v>
                </c:pt>
                <c:pt idx="172">
                  <c:v>39838.899999999994</c:v>
                </c:pt>
                <c:pt idx="173">
                  <c:v>39932.130000000005</c:v>
                </c:pt>
                <c:pt idx="174">
                  <c:v>39662.67</c:v>
                </c:pt>
                <c:pt idx="175">
                  <c:v>39688.25</c:v>
                </c:pt>
                <c:pt idx="176">
                  <c:v>38877</c:v>
                </c:pt>
                <c:pt idx="177">
                  <c:v>38529.18</c:v>
                </c:pt>
                <c:pt idx="178">
                  <c:v>38473.54</c:v>
                </c:pt>
                <c:pt idx="179">
                  <c:v>38430.18</c:v>
                </c:pt>
                <c:pt idx="180">
                  <c:v>38134.14</c:v>
                </c:pt>
                <c:pt idx="181">
                  <c:v>38015.03</c:v>
                </c:pt>
                <c:pt idx="182">
                  <c:v>37300.380000000005</c:v>
                </c:pt>
                <c:pt idx="183">
                  <c:v>37481.42</c:v>
                </c:pt>
                <c:pt idx="184">
                  <c:v>37111.43</c:v>
                </c:pt>
                <c:pt idx="185">
                  <c:v>36938.379999999997</c:v>
                </c:pt>
                <c:pt idx="186">
                  <c:v>36513.1</c:v>
                </c:pt>
                <c:pt idx="187">
                  <c:v>35573.81</c:v>
                </c:pt>
                <c:pt idx="188">
                  <c:v>35141.200000000004</c:v>
                </c:pt>
                <c:pt idx="189">
                  <c:v>35255.07</c:v>
                </c:pt>
                <c:pt idx="190">
                  <c:v>34382.840000000004</c:v>
                </c:pt>
                <c:pt idx="191">
                  <c:v>33303.620000000003</c:v>
                </c:pt>
                <c:pt idx="192">
                  <c:v>32308.929999999997</c:v>
                </c:pt>
                <c:pt idx="193">
                  <c:v>32023.210000000003</c:v>
                </c:pt>
                <c:pt idx="194">
                  <c:v>32125.79</c:v>
                </c:pt>
                <c:pt idx="195">
                  <c:v>32196.68</c:v>
                </c:pt>
                <c:pt idx="196">
                  <c:v>31917.360000000001</c:v>
                </c:pt>
                <c:pt idx="197">
                  <c:v>32051.620000000003</c:v>
                </c:pt>
                <c:pt idx="198">
                  <c:v>32010.570000000003</c:v>
                </c:pt>
                <c:pt idx="199">
                  <c:v>31851.670000000002</c:v>
                </c:pt>
                <c:pt idx="200">
                  <c:v>31663.82</c:v>
                </c:pt>
                <c:pt idx="201">
                  <c:v>31206.55</c:v>
                </c:pt>
                <c:pt idx="202">
                  <c:v>30515.98</c:v>
                </c:pt>
                <c:pt idx="203">
                  <c:v>30105.17</c:v>
                </c:pt>
                <c:pt idx="204">
                  <c:v>29982.039999999997</c:v>
                </c:pt>
                <c:pt idx="205">
                  <c:v>30051.24</c:v>
                </c:pt>
                <c:pt idx="206">
                  <c:v>30090.880000000001</c:v>
                </c:pt>
                <c:pt idx="207">
                  <c:v>30295.33</c:v>
                </c:pt>
                <c:pt idx="208">
                  <c:v>30535.670000000002</c:v>
                </c:pt>
                <c:pt idx="209">
                  <c:v>30567.89</c:v>
                </c:pt>
                <c:pt idx="210">
                  <c:v>30807.200000000001</c:v>
                </c:pt>
                <c:pt idx="211">
                  <c:v>30915.27</c:v>
                </c:pt>
                <c:pt idx="212">
                  <c:v>31085.1</c:v>
                </c:pt>
                <c:pt idx="213">
                  <c:v>31092.13</c:v>
                </c:pt>
                <c:pt idx="214">
                  <c:v>31192.77</c:v>
                </c:pt>
                <c:pt idx="215">
                  <c:v>31399.489999999998</c:v>
                </c:pt>
                <c:pt idx="216">
                  <c:v>31614.57</c:v>
                </c:pt>
                <c:pt idx="217">
                  <c:v>31344.820000000003</c:v>
                </c:pt>
                <c:pt idx="218">
                  <c:v>31428.199999999997</c:v>
                </c:pt>
                <c:pt idx="219">
                  <c:v>31248.520000000004</c:v>
                </c:pt>
                <c:pt idx="220">
                  <c:v>31106.23</c:v>
                </c:pt>
                <c:pt idx="221">
                  <c:v>31121.29</c:v>
                </c:pt>
                <c:pt idx="222">
                  <c:v>31179.460000000003</c:v>
                </c:pt>
                <c:pt idx="223">
                  <c:v>31097.16</c:v>
                </c:pt>
                <c:pt idx="224">
                  <c:v>30870.25</c:v>
                </c:pt>
                <c:pt idx="225">
                  <c:v>30530.979999999996</c:v>
                </c:pt>
                <c:pt idx="226">
                  <c:v>30616.969999999998</c:v>
                </c:pt>
                <c:pt idx="227">
                  <c:v>30727.119999999999</c:v>
                </c:pt>
                <c:pt idx="228">
                  <c:v>30879.24</c:v>
                </c:pt>
                <c:pt idx="229">
                  <c:v>30901.8</c:v>
                </c:pt>
                <c:pt idx="230">
                  <c:v>30987.61</c:v>
                </c:pt>
                <c:pt idx="231">
                  <c:v>30949.53</c:v>
                </c:pt>
                <c:pt idx="232">
                  <c:v>31010.04</c:v>
                </c:pt>
                <c:pt idx="233">
                  <c:v>31192.34</c:v>
                </c:pt>
                <c:pt idx="234">
                  <c:v>31036.97</c:v>
                </c:pt>
                <c:pt idx="235">
                  <c:v>31071.759999999998</c:v>
                </c:pt>
                <c:pt idx="236">
                  <c:v>30924.31</c:v>
                </c:pt>
                <c:pt idx="237">
                  <c:v>31051.61</c:v>
                </c:pt>
                <c:pt idx="238">
                  <c:v>30955.910000000003</c:v>
                </c:pt>
                <c:pt idx="239">
                  <c:v>31079.24</c:v>
                </c:pt>
                <c:pt idx="240">
                  <c:v>31154.97</c:v>
                </c:pt>
                <c:pt idx="241">
                  <c:v>31067.179999999997</c:v>
                </c:pt>
                <c:pt idx="242">
                  <c:v>30606.33</c:v>
                </c:pt>
                <c:pt idx="243">
                  <c:v>30914.59</c:v>
                </c:pt>
                <c:pt idx="244">
                  <c:v>31016.920000000002</c:v>
                </c:pt>
                <c:pt idx="245">
                  <c:v>31123.279999999999</c:v>
                </c:pt>
                <c:pt idx="246">
                  <c:v>31543.91</c:v>
                </c:pt>
                <c:pt idx="247">
                  <c:v>31646.09</c:v>
                </c:pt>
                <c:pt idx="248">
                  <c:v>31425.620000000003</c:v>
                </c:pt>
                <c:pt idx="249">
                  <c:v>31279.819999999996</c:v>
                </c:pt>
                <c:pt idx="250">
                  <c:v>31784.9</c:v>
                </c:pt>
                <c:pt idx="251">
                  <c:v>32165.219999999998</c:v>
                </c:pt>
                <c:pt idx="252">
                  <c:v>32106.71</c:v>
                </c:pt>
                <c:pt idx="253">
                  <c:v>32049.940000000002</c:v>
                </c:pt>
                <c:pt idx="254">
                  <c:v>31700.289999999997</c:v>
                </c:pt>
                <c:pt idx="255">
                  <c:v>31981.8</c:v>
                </c:pt>
                <c:pt idx="256">
                  <c:v>32218.03</c:v>
                </c:pt>
                <c:pt idx="257">
                  <c:v>32140.1</c:v>
                </c:pt>
                <c:pt idx="258">
                  <c:v>32358.9</c:v>
                </c:pt>
                <c:pt idx="259">
                  <c:v>32321.16</c:v>
                </c:pt>
                <c:pt idx="260">
                  <c:v>32006.26</c:v>
                </c:pt>
                <c:pt idx="261">
                  <c:v>32176.140000000003</c:v>
                </c:pt>
                <c:pt idx="262">
                  <c:v>32223.86</c:v>
                </c:pt>
                <c:pt idx="263">
                  <c:v>32501.66</c:v>
                </c:pt>
                <c:pt idx="264">
                  <c:v>32216.320000000003</c:v>
                </c:pt>
                <c:pt idx="265">
                  <c:v>32138.27</c:v>
                </c:pt>
                <c:pt idx="266">
                  <c:v>31879.940000000002</c:v>
                </c:pt>
                <c:pt idx="267">
                  <c:v>31197.199999999997</c:v>
                </c:pt>
                <c:pt idx="268">
                  <c:v>31277.800000000003</c:v>
                </c:pt>
                <c:pt idx="269">
                  <c:v>30712.720000000001</c:v>
                </c:pt>
                <c:pt idx="270">
                  <c:v>31040.71</c:v>
                </c:pt>
                <c:pt idx="271">
                  <c:v>30548.809999999998</c:v>
                </c:pt>
                <c:pt idx="272">
                  <c:v>30289.55</c:v>
                </c:pt>
                <c:pt idx="273">
                  <c:v>30524.269999999997</c:v>
                </c:pt>
                <c:pt idx="274">
                  <c:v>31174.880000000001</c:v>
                </c:pt>
                <c:pt idx="275">
                  <c:v>31276.91</c:v>
                </c:pt>
                <c:pt idx="276">
                  <c:v>31844.62</c:v>
                </c:pt>
                <c:pt idx="277">
                  <c:v>31331.530000000002</c:v>
                </c:pt>
                <c:pt idx="278">
                  <c:v>31838.720000000001</c:v>
                </c:pt>
                <c:pt idx="279">
                  <c:v>32047.66</c:v>
                </c:pt>
                <c:pt idx="280">
                  <c:v>31765.08</c:v>
                </c:pt>
                <c:pt idx="281">
                  <c:v>31929.98</c:v>
                </c:pt>
                <c:pt idx="282">
                  <c:v>32042.7</c:v>
                </c:pt>
                <c:pt idx="283">
                  <c:v>31600.98</c:v>
                </c:pt>
                <c:pt idx="284">
                  <c:v>31150.699999999997</c:v>
                </c:pt>
                <c:pt idx="285">
                  <c:v>31012.239999999998</c:v>
                </c:pt>
                <c:pt idx="286">
                  <c:v>31718.07</c:v>
                </c:pt>
                <c:pt idx="287">
                  <c:v>32379.770000000004</c:v>
                </c:pt>
                <c:pt idx="288">
                  <c:v>32193.200000000001</c:v>
                </c:pt>
                <c:pt idx="289">
                  <c:v>32258.17</c:v>
                </c:pt>
                <c:pt idx="290">
                  <c:v>32456.57</c:v>
                </c:pt>
                <c:pt idx="291">
                  <c:v>32008.309999999998</c:v>
                </c:pt>
                <c:pt idx="292">
                  <c:v>32320.39</c:v>
                </c:pt>
                <c:pt idx="293">
                  <c:v>32223.579999999998</c:v>
                </c:pt>
                <c:pt idx="294">
                  <c:v>32563.72</c:v>
                </c:pt>
                <c:pt idx="295">
                  <c:v>32882.15</c:v>
                </c:pt>
                <c:pt idx="296">
                  <c:v>33163.67</c:v>
                </c:pt>
                <c:pt idx="297">
                  <c:v>32610.499999999996</c:v>
                </c:pt>
                <c:pt idx="298">
                  <c:v>32658.6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0F-7B4D-8640-5B7A25F06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7259487"/>
        <c:axId val="1128157920"/>
      </c:lineChart>
      <c:dateAx>
        <c:axId val="867259487"/>
        <c:scaling>
          <c:orientation val="minMax"/>
        </c:scaling>
        <c:delete val="0"/>
        <c:axPos val="b"/>
        <c:numFmt formatCode="yyyy\-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128157920"/>
        <c:crosses val="autoZero"/>
        <c:auto val="0"/>
        <c:lblOffset val="100"/>
        <c:baseTimeUnit val="months"/>
        <c:majorUnit val="12"/>
        <c:majorTimeUnit val="months"/>
      </c:dateAx>
      <c:valAx>
        <c:axId val="112815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867259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data!$C$1</c:f>
              <c:strCache>
                <c:ptCount val="1"/>
                <c:pt idx="0">
                  <c:v>  DXY Index</c:v>
                </c:pt>
              </c:strCache>
            </c:strRef>
          </c:tx>
          <c:spPr>
            <a:ln w="38100" cap="rnd">
              <a:solidFill>
                <a:srgbClr val="E68109"/>
              </a:solidFill>
              <a:round/>
            </a:ln>
            <a:effectLst/>
          </c:spPr>
          <c:marker>
            <c:symbol val="none"/>
          </c:marker>
          <c:cat>
            <c:strRef>
              <c:f>data!$A$2:$A$974</c:f>
              <c:strCache>
                <c:ptCount val="973"/>
                <c:pt idx="0">
                  <c:v>1/2/2014</c:v>
                </c:pt>
                <c:pt idx="1">
                  <c:v>1/3/2014</c:v>
                </c:pt>
                <c:pt idx="2">
                  <c:v>1/6/2014</c:v>
                </c:pt>
                <c:pt idx="3">
                  <c:v>1/7/2014</c:v>
                </c:pt>
                <c:pt idx="4">
                  <c:v>1/8/2014</c:v>
                </c:pt>
                <c:pt idx="5">
                  <c:v>1/9/2014</c:v>
                </c:pt>
                <c:pt idx="6">
                  <c:v>1/10/2014</c:v>
                </c:pt>
                <c:pt idx="7">
                  <c:v>1/13/2014</c:v>
                </c:pt>
                <c:pt idx="8">
                  <c:v>1/14/2014</c:v>
                </c:pt>
                <c:pt idx="9">
                  <c:v>1/15/2014</c:v>
                </c:pt>
                <c:pt idx="10">
                  <c:v>1/16/2014</c:v>
                </c:pt>
                <c:pt idx="11">
                  <c:v>1/17/2014</c:v>
                </c:pt>
                <c:pt idx="12">
                  <c:v>1/20/2014</c:v>
                </c:pt>
                <c:pt idx="13">
                  <c:v>1/21/2014</c:v>
                </c:pt>
                <c:pt idx="14">
                  <c:v>1/22/2014</c:v>
                </c:pt>
                <c:pt idx="15">
                  <c:v>1/23/2014</c:v>
                </c:pt>
                <c:pt idx="16">
                  <c:v>1/24/2014</c:v>
                </c:pt>
                <c:pt idx="17">
                  <c:v>1/27/2014</c:v>
                </c:pt>
                <c:pt idx="18">
                  <c:v>1/28/2014</c:v>
                </c:pt>
                <c:pt idx="19">
                  <c:v>1/29/2014</c:v>
                </c:pt>
                <c:pt idx="20">
                  <c:v>1/30/2014</c:v>
                </c:pt>
                <c:pt idx="21">
                  <c:v>2/7/2014</c:v>
                </c:pt>
                <c:pt idx="22">
                  <c:v>2/10/2014</c:v>
                </c:pt>
                <c:pt idx="23">
                  <c:v>2/11/2014</c:v>
                </c:pt>
                <c:pt idx="24">
                  <c:v>2/12/2014</c:v>
                </c:pt>
                <c:pt idx="25">
                  <c:v>2/13/2014</c:v>
                </c:pt>
                <c:pt idx="26">
                  <c:v>2/14/2014</c:v>
                </c:pt>
                <c:pt idx="27">
                  <c:v>2/17/2014</c:v>
                </c:pt>
                <c:pt idx="28">
                  <c:v>2/18/2014</c:v>
                </c:pt>
                <c:pt idx="29">
                  <c:v>2/19/2014</c:v>
                </c:pt>
                <c:pt idx="30">
                  <c:v>2/20/2014</c:v>
                </c:pt>
                <c:pt idx="31">
                  <c:v>2/21/2014</c:v>
                </c:pt>
                <c:pt idx="32">
                  <c:v>2/24/2014</c:v>
                </c:pt>
                <c:pt idx="33">
                  <c:v>2/25/2014</c:v>
                </c:pt>
                <c:pt idx="34">
                  <c:v>2/26/2014</c:v>
                </c:pt>
                <c:pt idx="35">
                  <c:v>2/27/2014</c:v>
                </c:pt>
                <c:pt idx="36">
                  <c:v>2/28/2014</c:v>
                </c:pt>
                <c:pt idx="37">
                  <c:v>3/3/2014</c:v>
                </c:pt>
                <c:pt idx="38">
                  <c:v>3/4/2014</c:v>
                </c:pt>
                <c:pt idx="39">
                  <c:v>3/5/2014</c:v>
                </c:pt>
                <c:pt idx="40">
                  <c:v>3/6/2014</c:v>
                </c:pt>
                <c:pt idx="41">
                  <c:v>3/7/2014</c:v>
                </c:pt>
                <c:pt idx="42">
                  <c:v>3/10/2014</c:v>
                </c:pt>
                <c:pt idx="43">
                  <c:v>3/11/2014</c:v>
                </c:pt>
                <c:pt idx="44">
                  <c:v>3/12/2014</c:v>
                </c:pt>
                <c:pt idx="45">
                  <c:v>3/13/2014</c:v>
                </c:pt>
                <c:pt idx="46">
                  <c:v>3/14/2014</c:v>
                </c:pt>
                <c:pt idx="47">
                  <c:v>3/17/2014</c:v>
                </c:pt>
                <c:pt idx="48">
                  <c:v>3/18/2014</c:v>
                </c:pt>
                <c:pt idx="49">
                  <c:v>3/19/2014</c:v>
                </c:pt>
                <c:pt idx="50">
                  <c:v>3/20/2014</c:v>
                </c:pt>
                <c:pt idx="51">
                  <c:v>3/21/2014</c:v>
                </c:pt>
                <c:pt idx="52">
                  <c:v>3/24/2014</c:v>
                </c:pt>
                <c:pt idx="53">
                  <c:v>3/25/2014</c:v>
                </c:pt>
                <c:pt idx="54">
                  <c:v>3/26/2014</c:v>
                </c:pt>
                <c:pt idx="55">
                  <c:v>3/27/2014</c:v>
                </c:pt>
                <c:pt idx="56">
                  <c:v>3/28/2014</c:v>
                </c:pt>
                <c:pt idx="57">
                  <c:v>3/31/2014</c:v>
                </c:pt>
                <c:pt idx="58">
                  <c:v>4/1/2014</c:v>
                </c:pt>
                <c:pt idx="59">
                  <c:v>4/2/2014</c:v>
                </c:pt>
                <c:pt idx="60">
                  <c:v>4/3/2014</c:v>
                </c:pt>
                <c:pt idx="61">
                  <c:v>4/4/2014</c:v>
                </c:pt>
                <c:pt idx="62">
                  <c:v>4/8/2014</c:v>
                </c:pt>
                <c:pt idx="63">
                  <c:v>4/9/2014</c:v>
                </c:pt>
                <c:pt idx="64">
                  <c:v>4/10/2014</c:v>
                </c:pt>
                <c:pt idx="65">
                  <c:v>4/11/2014</c:v>
                </c:pt>
                <c:pt idx="66">
                  <c:v>4/14/2014</c:v>
                </c:pt>
                <c:pt idx="67">
                  <c:v>4/15/2014</c:v>
                </c:pt>
                <c:pt idx="68">
                  <c:v>4/16/2014</c:v>
                </c:pt>
                <c:pt idx="69">
                  <c:v>4/17/2014</c:v>
                </c:pt>
                <c:pt idx="70">
                  <c:v>4/18/2014</c:v>
                </c:pt>
                <c:pt idx="71">
                  <c:v>4/21/2014</c:v>
                </c:pt>
                <c:pt idx="72">
                  <c:v>4/22/2014</c:v>
                </c:pt>
                <c:pt idx="73">
                  <c:v>4/23/2014</c:v>
                </c:pt>
                <c:pt idx="74">
                  <c:v>4/24/2014</c:v>
                </c:pt>
                <c:pt idx="75">
                  <c:v>4/25/2014</c:v>
                </c:pt>
                <c:pt idx="76">
                  <c:v>4/28/2014</c:v>
                </c:pt>
                <c:pt idx="77">
                  <c:v>4/29/2014</c:v>
                </c:pt>
                <c:pt idx="78">
                  <c:v>4/30/2014</c:v>
                </c:pt>
                <c:pt idx="79">
                  <c:v>5/5/2014</c:v>
                </c:pt>
                <c:pt idx="80">
                  <c:v>5/6/2014</c:v>
                </c:pt>
                <c:pt idx="81">
                  <c:v>5/7/2014</c:v>
                </c:pt>
                <c:pt idx="82">
                  <c:v>5/8/2014</c:v>
                </c:pt>
                <c:pt idx="83">
                  <c:v>5/9/2014</c:v>
                </c:pt>
                <c:pt idx="84">
                  <c:v>5/12/2014</c:v>
                </c:pt>
                <c:pt idx="85">
                  <c:v>5/13/2014</c:v>
                </c:pt>
                <c:pt idx="86">
                  <c:v>5/14/2014</c:v>
                </c:pt>
                <c:pt idx="87">
                  <c:v>5/15/2014</c:v>
                </c:pt>
                <c:pt idx="88">
                  <c:v>5/16/2014</c:v>
                </c:pt>
                <c:pt idx="89">
                  <c:v>5/19/2014</c:v>
                </c:pt>
                <c:pt idx="90">
                  <c:v>5/20/2014</c:v>
                </c:pt>
                <c:pt idx="91">
                  <c:v>5/21/2014</c:v>
                </c:pt>
                <c:pt idx="92">
                  <c:v>5/22/2014</c:v>
                </c:pt>
                <c:pt idx="93">
                  <c:v>5/23/2014</c:v>
                </c:pt>
                <c:pt idx="94">
                  <c:v>5/26/2014</c:v>
                </c:pt>
                <c:pt idx="95">
                  <c:v>5/27/2014</c:v>
                </c:pt>
                <c:pt idx="96">
                  <c:v>5/28/2014</c:v>
                </c:pt>
                <c:pt idx="97">
                  <c:v>5/29/2014</c:v>
                </c:pt>
                <c:pt idx="98">
                  <c:v>5/30/2014</c:v>
                </c:pt>
                <c:pt idx="99">
                  <c:v>6/3/2014</c:v>
                </c:pt>
                <c:pt idx="100">
                  <c:v>6/4/2014</c:v>
                </c:pt>
                <c:pt idx="101">
                  <c:v>6/5/2014</c:v>
                </c:pt>
                <c:pt idx="102">
                  <c:v>6/6/2014</c:v>
                </c:pt>
                <c:pt idx="103">
                  <c:v>6/9/2014</c:v>
                </c:pt>
                <c:pt idx="104">
                  <c:v>6/10/2014</c:v>
                </c:pt>
                <c:pt idx="105">
                  <c:v>6/11/2014</c:v>
                </c:pt>
                <c:pt idx="106">
                  <c:v>6/12/2014</c:v>
                </c:pt>
                <c:pt idx="107">
                  <c:v>6/13/2014</c:v>
                </c:pt>
                <c:pt idx="108">
                  <c:v>6/16/2014</c:v>
                </c:pt>
                <c:pt idx="109">
                  <c:v>6/17/2014</c:v>
                </c:pt>
                <c:pt idx="110">
                  <c:v>6/18/2014</c:v>
                </c:pt>
                <c:pt idx="111">
                  <c:v>6/19/2014</c:v>
                </c:pt>
                <c:pt idx="112">
                  <c:v>6/20/2014</c:v>
                </c:pt>
                <c:pt idx="113">
                  <c:v>6/23/2014</c:v>
                </c:pt>
                <c:pt idx="114">
                  <c:v>6/24/2014</c:v>
                </c:pt>
                <c:pt idx="115">
                  <c:v>6/25/2014</c:v>
                </c:pt>
                <c:pt idx="116">
                  <c:v>6/26/2014</c:v>
                </c:pt>
                <c:pt idx="117">
                  <c:v>6/27/2014</c:v>
                </c:pt>
                <c:pt idx="118">
                  <c:v>6/30/2014</c:v>
                </c:pt>
                <c:pt idx="119">
                  <c:v>7/1/2014</c:v>
                </c:pt>
                <c:pt idx="120">
                  <c:v>7/2/2014</c:v>
                </c:pt>
                <c:pt idx="121">
                  <c:v>7/3/2014</c:v>
                </c:pt>
                <c:pt idx="122">
                  <c:v>7/4/2014</c:v>
                </c:pt>
                <c:pt idx="123">
                  <c:v>7/7/2014</c:v>
                </c:pt>
                <c:pt idx="124">
                  <c:v>7/8/2014</c:v>
                </c:pt>
                <c:pt idx="125">
                  <c:v>7/9/2014</c:v>
                </c:pt>
                <c:pt idx="126">
                  <c:v>7/10/2014</c:v>
                </c:pt>
                <c:pt idx="127">
                  <c:v>7/11/2014</c:v>
                </c:pt>
                <c:pt idx="128">
                  <c:v>7/14/2014</c:v>
                </c:pt>
                <c:pt idx="129">
                  <c:v>7/15/2014</c:v>
                </c:pt>
                <c:pt idx="130">
                  <c:v>7/16/2014</c:v>
                </c:pt>
                <c:pt idx="131">
                  <c:v>7/17/2014</c:v>
                </c:pt>
                <c:pt idx="132">
                  <c:v>7/18/2014</c:v>
                </c:pt>
                <c:pt idx="133">
                  <c:v>7/21/2014</c:v>
                </c:pt>
                <c:pt idx="134">
                  <c:v>7/22/2014</c:v>
                </c:pt>
                <c:pt idx="135">
                  <c:v>7/23/2014</c:v>
                </c:pt>
                <c:pt idx="136">
                  <c:v>7/24/2014</c:v>
                </c:pt>
                <c:pt idx="137">
                  <c:v>7/25/2014</c:v>
                </c:pt>
                <c:pt idx="138">
                  <c:v>7/28/2014</c:v>
                </c:pt>
                <c:pt idx="139">
                  <c:v>7/29/2014</c:v>
                </c:pt>
                <c:pt idx="140">
                  <c:v>7/30/2014</c:v>
                </c:pt>
                <c:pt idx="141">
                  <c:v>7/31/2014</c:v>
                </c:pt>
                <c:pt idx="142">
                  <c:v>8/1/2014</c:v>
                </c:pt>
                <c:pt idx="143">
                  <c:v>8/4/2014</c:v>
                </c:pt>
                <c:pt idx="144">
                  <c:v>8/5/2014</c:v>
                </c:pt>
                <c:pt idx="145">
                  <c:v>8/6/2014</c:v>
                </c:pt>
                <c:pt idx="146">
                  <c:v>8/7/2014</c:v>
                </c:pt>
                <c:pt idx="147">
                  <c:v>8/8/2014</c:v>
                </c:pt>
                <c:pt idx="148">
                  <c:v>8/11/2014</c:v>
                </c:pt>
                <c:pt idx="149">
                  <c:v>8/12/2014</c:v>
                </c:pt>
                <c:pt idx="150">
                  <c:v>8/13/2014</c:v>
                </c:pt>
                <c:pt idx="151">
                  <c:v>8/14/2014</c:v>
                </c:pt>
                <c:pt idx="152">
                  <c:v>8/15/2014</c:v>
                </c:pt>
                <c:pt idx="153">
                  <c:v>8/18/2014</c:v>
                </c:pt>
                <c:pt idx="154">
                  <c:v>8/19/2014</c:v>
                </c:pt>
                <c:pt idx="155">
                  <c:v>8/20/2014</c:v>
                </c:pt>
                <c:pt idx="156">
                  <c:v>8/21/2014</c:v>
                </c:pt>
                <c:pt idx="157">
                  <c:v>8/22/2014</c:v>
                </c:pt>
                <c:pt idx="158">
                  <c:v>8/25/2014</c:v>
                </c:pt>
                <c:pt idx="159">
                  <c:v>8/26/2014</c:v>
                </c:pt>
                <c:pt idx="160">
                  <c:v>8/27/2014</c:v>
                </c:pt>
                <c:pt idx="161">
                  <c:v>8/28/2014</c:v>
                </c:pt>
                <c:pt idx="162">
                  <c:v>8/29/2014</c:v>
                </c:pt>
                <c:pt idx="163">
                  <c:v>9/1/2014</c:v>
                </c:pt>
                <c:pt idx="164">
                  <c:v>9/2/2014</c:v>
                </c:pt>
                <c:pt idx="165">
                  <c:v>9/3/2014</c:v>
                </c:pt>
                <c:pt idx="166">
                  <c:v>9/4/2014</c:v>
                </c:pt>
                <c:pt idx="167">
                  <c:v>9/5/2014</c:v>
                </c:pt>
                <c:pt idx="168">
                  <c:v>9/9/2014</c:v>
                </c:pt>
                <c:pt idx="169">
                  <c:v>9/10/2014</c:v>
                </c:pt>
                <c:pt idx="170">
                  <c:v>9/11/2014</c:v>
                </c:pt>
                <c:pt idx="171">
                  <c:v>9/12/2014</c:v>
                </c:pt>
                <c:pt idx="172">
                  <c:v>9/15/2014</c:v>
                </c:pt>
                <c:pt idx="173">
                  <c:v>9/16/2014</c:v>
                </c:pt>
                <c:pt idx="174">
                  <c:v>9/17/2014</c:v>
                </c:pt>
                <c:pt idx="175">
                  <c:v>9/18/2014</c:v>
                </c:pt>
                <c:pt idx="176">
                  <c:v>9/19/2014</c:v>
                </c:pt>
                <c:pt idx="177">
                  <c:v>9/22/2014</c:v>
                </c:pt>
                <c:pt idx="178">
                  <c:v>9/23/2014</c:v>
                </c:pt>
                <c:pt idx="179">
                  <c:v>9/24/2014</c:v>
                </c:pt>
                <c:pt idx="180">
                  <c:v>9/25/2014</c:v>
                </c:pt>
                <c:pt idx="181">
                  <c:v>9/26/2014</c:v>
                </c:pt>
                <c:pt idx="182">
                  <c:v>9/29/2014</c:v>
                </c:pt>
                <c:pt idx="183">
                  <c:v>9/30/2014</c:v>
                </c:pt>
                <c:pt idx="184">
                  <c:v>10/8/2014</c:v>
                </c:pt>
                <c:pt idx="185">
                  <c:v>10/9/2014</c:v>
                </c:pt>
                <c:pt idx="186">
                  <c:v>10/10/2014</c:v>
                </c:pt>
                <c:pt idx="187">
                  <c:v>10/13/2014</c:v>
                </c:pt>
                <c:pt idx="188">
                  <c:v>10/14/2014</c:v>
                </c:pt>
                <c:pt idx="189">
                  <c:v>10/15/2014</c:v>
                </c:pt>
                <c:pt idx="190">
                  <c:v>10/16/2014</c:v>
                </c:pt>
                <c:pt idx="191">
                  <c:v>10/17/2014</c:v>
                </c:pt>
                <c:pt idx="192">
                  <c:v>10/20/2014</c:v>
                </c:pt>
                <c:pt idx="193">
                  <c:v>10/21/2014</c:v>
                </c:pt>
                <c:pt idx="194">
                  <c:v>10/22/2014</c:v>
                </c:pt>
                <c:pt idx="195">
                  <c:v>10/23/2014</c:v>
                </c:pt>
                <c:pt idx="196">
                  <c:v>10/24/2014</c:v>
                </c:pt>
                <c:pt idx="197">
                  <c:v>10/27/2014</c:v>
                </c:pt>
                <c:pt idx="198">
                  <c:v>10/28/2014</c:v>
                </c:pt>
                <c:pt idx="199">
                  <c:v>10/29/2014</c:v>
                </c:pt>
                <c:pt idx="200">
                  <c:v>10/30/2014</c:v>
                </c:pt>
                <c:pt idx="201">
                  <c:v>10/31/2014</c:v>
                </c:pt>
                <c:pt idx="202">
                  <c:v>11/3/2014</c:v>
                </c:pt>
                <c:pt idx="203">
                  <c:v>11/4/2014</c:v>
                </c:pt>
                <c:pt idx="204">
                  <c:v>11/5/2014</c:v>
                </c:pt>
                <c:pt idx="205">
                  <c:v>11/6/2014</c:v>
                </c:pt>
                <c:pt idx="206">
                  <c:v>11/7/2014</c:v>
                </c:pt>
                <c:pt idx="207">
                  <c:v>11/10/2014</c:v>
                </c:pt>
                <c:pt idx="208">
                  <c:v>11/11/2014</c:v>
                </c:pt>
                <c:pt idx="209">
                  <c:v>11/12/2014</c:v>
                </c:pt>
                <c:pt idx="210">
                  <c:v>11/13/2014</c:v>
                </c:pt>
                <c:pt idx="211">
                  <c:v>11/14/2014</c:v>
                </c:pt>
                <c:pt idx="212">
                  <c:v>11/17/2014</c:v>
                </c:pt>
                <c:pt idx="213">
                  <c:v>11/18/2014</c:v>
                </c:pt>
                <c:pt idx="214">
                  <c:v>11/19/2014</c:v>
                </c:pt>
                <c:pt idx="215">
                  <c:v>11/20/2014</c:v>
                </c:pt>
                <c:pt idx="216">
                  <c:v>11/21/2014</c:v>
                </c:pt>
                <c:pt idx="217">
                  <c:v>11/24/2014</c:v>
                </c:pt>
                <c:pt idx="218">
                  <c:v>11/25/2014</c:v>
                </c:pt>
                <c:pt idx="219">
                  <c:v>11/26/2014</c:v>
                </c:pt>
                <c:pt idx="220">
                  <c:v>11/27/2014</c:v>
                </c:pt>
                <c:pt idx="221">
                  <c:v>11/28/2014</c:v>
                </c:pt>
                <c:pt idx="222">
                  <c:v>12/1/2014</c:v>
                </c:pt>
                <c:pt idx="223">
                  <c:v>12/2/2014</c:v>
                </c:pt>
                <c:pt idx="224">
                  <c:v>12/3/2014</c:v>
                </c:pt>
                <c:pt idx="225">
                  <c:v>12/4/2014</c:v>
                </c:pt>
                <c:pt idx="226">
                  <c:v>12/5/2014</c:v>
                </c:pt>
                <c:pt idx="227">
                  <c:v>12/10/2014</c:v>
                </c:pt>
                <c:pt idx="228">
                  <c:v>12/11/2014</c:v>
                </c:pt>
                <c:pt idx="229">
                  <c:v>12/12/2014</c:v>
                </c:pt>
                <c:pt idx="230">
                  <c:v>12/15/2014</c:v>
                </c:pt>
                <c:pt idx="231">
                  <c:v>12/17/2014</c:v>
                </c:pt>
                <c:pt idx="232">
                  <c:v>12/18/2014</c:v>
                </c:pt>
                <c:pt idx="233">
                  <c:v>12/19/2014</c:v>
                </c:pt>
                <c:pt idx="234">
                  <c:v>12/22/2014</c:v>
                </c:pt>
                <c:pt idx="235">
                  <c:v>12/23/2014</c:v>
                </c:pt>
                <c:pt idx="236">
                  <c:v>12/24/2014</c:v>
                </c:pt>
                <c:pt idx="237">
                  <c:v>12/25/2014</c:v>
                </c:pt>
                <c:pt idx="238">
                  <c:v>12/26/2014</c:v>
                </c:pt>
                <c:pt idx="239">
                  <c:v>12/29/2014</c:v>
                </c:pt>
                <c:pt idx="240">
                  <c:v>12/30/2014</c:v>
                </c:pt>
                <c:pt idx="241">
                  <c:v>12/31/2014</c:v>
                </c:pt>
                <c:pt idx="242">
                  <c:v>1/5/2015</c:v>
                </c:pt>
                <c:pt idx="243">
                  <c:v>1/6/2015</c:v>
                </c:pt>
                <c:pt idx="244">
                  <c:v>1/7/2015</c:v>
                </c:pt>
                <c:pt idx="245">
                  <c:v>1/8/2015</c:v>
                </c:pt>
                <c:pt idx="246">
                  <c:v>1/9/2015</c:v>
                </c:pt>
                <c:pt idx="247">
                  <c:v>1/12/2015</c:v>
                </c:pt>
                <c:pt idx="248">
                  <c:v>1/13/2015</c:v>
                </c:pt>
                <c:pt idx="249">
                  <c:v>1/14/2015</c:v>
                </c:pt>
                <c:pt idx="250">
                  <c:v>1/15/2015</c:v>
                </c:pt>
                <c:pt idx="251">
                  <c:v>1/16/2015</c:v>
                </c:pt>
                <c:pt idx="252">
                  <c:v>1/19/2015</c:v>
                </c:pt>
                <c:pt idx="253">
                  <c:v>1/20/2015</c:v>
                </c:pt>
                <c:pt idx="254">
                  <c:v>1/21/2015</c:v>
                </c:pt>
                <c:pt idx="255">
                  <c:v>1/22/2015</c:v>
                </c:pt>
                <c:pt idx="256">
                  <c:v>1/23/2015</c:v>
                </c:pt>
                <c:pt idx="257">
                  <c:v>1/26/2015</c:v>
                </c:pt>
                <c:pt idx="258">
                  <c:v>1/27/2015</c:v>
                </c:pt>
                <c:pt idx="259">
                  <c:v>1/28/2015</c:v>
                </c:pt>
                <c:pt idx="260">
                  <c:v>1/29/2015</c:v>
                </c:pt>
                <c:pt idx="261">
                  <c:v>1/30/2015</c:v>
                </c:pt>
                <c:pt idx="262">
                  <c:v>2/2/2015</c:v>
                </c:pt>
                <c:pt idx="263">
                  <c:v>2/3/2015</c:v>
                </c:pt>
                <c:pt idx="264">
                  <c:v>2/4/2015</c:v>
                </c:pt>
                <c:pt idx="265">
                  <c:v>2/5/2015</c:v>
                </c:pt>
                <c:pt idx="266">
                  <c:v>2/6/2015</c:v>
                </c:pt>
                <c:pt idx="267">
                  <c:v>2/9/2015</c:v>
                </c:pt>
                <c:pt idx="268">
                  <c:v>2/10/2015</c:v>
                </c:pt>
                <c:pt idx="269">
                  <c:v>2/11/2015</c:v>
                </c:pt>
                <c:pt idx="270">
                  <c:v>2/12/2015</c:v>
                </c:pt>
                <c:pt idx="271">
                  <c:v>2/13/2015</c:v>
                </c:pt>
                <c:pt idx="272">
                  <c:v>2/16/2015</c:v>
                </c:pt>
                <c:pt idx="273">
                  <c:v>2/17/2015</c:v>
                </c:pt>
                <c:pt idx="274">
                  <c:v>2/25/2015</c:v>
                </c:pt>
                <c:pt idx="275">
                  <c:v>2/26/2015</c:v>
                </c:pt>
                <c:pt idx="276">
                  <c:v>2/27/2015</c:v>
                </c:pt>
                <c:pt idx="277">
                  <c:v>3/2/2015</c:v>
                </c:pt>
                <c:pt idx="278">
                  <c:v>3/3/2015</c:v>
                </c:pt>
                <c:pt idx="279">
                  <c:v>3/4/2015</c:v>
                </c:pt>
                <c:pt idx="280">
                  <c:v>3/5/2015</c:v>
                </c:pt>
                <c:pt idx="281">
                  <c:v>3/6/2015</c:v>
                </c:pt>
                <c:pt idx="282">
                  <c:v>3/9/2015</c:v>
                </c:pt>
                <c:pt idx="283">
                  <c:v>3/10/2015</c:v>
                </c:pt>
                <c:pt idx="284">
                  <c:v>3/11/2015</c:v>
                </c:pt>
                <c:pt idx="285">
                  <c:v>3/12/2015</c:v>
                </c:pt>
                <c:pt idx="286">
                  <c:v>3/13/2015</c:v>
                </c:pt>
                <c:pt idx="287">
                  <c:v>3/16/2015</c:v>
                </c:pt>
                <c:pt idx="288">
                  <c:v>3/17/2015</c:v>
                </c:pt>
                <c:pt idx="289">
                  <c:v>3/18/2015</c:v>
                </c:pt>
                <c:pt idx="290">
                  <c:v>3/19/2015</c:v>
                </c:pt>
                <c:pt idx="291">
                  <c:v>3/20/2015</c:v>
                </c:pt>
                <c:pt idx="292">
                  <c:v>3/23/2015</c:v>
                </c:pt>
                <c:pt idx="293">
                  <c:v>3/24/2015</c:v>
                </c:pt>
                <c:pt idx="294">
                  <c:v>3/25/2015</c:v>
                </c:pt>
                <c:pt idx="295">
                  <c:v>3/26/2015</c:v>
                </c:pt>
                <c:pt idx="296">
                  <c:v>3/27/2015</c:v>
                </c:pt>
                <c:pt idx="297">
                  <c:v>3/30/2015</c:v>
                </c:pt>
                <c:pt idx="298">
                  <c:v>3/31/2015</c:v>
                </c:pt>
                <c:pt idx="299">
                  <c:v>4/1/2015</c:v>
                </c:pt>
                <c:pt idx="300">
                  <c:v>4/2/2015</c:v>
                </c:pt>
                <c:pt idx="301">
                  <c:v>4/3/2015</c:v>
                </c:pt>
                <c:pt idx="302">
                  <c:v>4/7/2015</c:v>
                </c:pt>
                <c:pt idx="303">
                  <c:v>4/8/2015</c:v>
                </c:pt>
                <c:pt idx="304">
                  <c:v>4/9/2015</c:v>
                </c:pt>
                <c:pt idx="305">
                  <c:v>4/10/2015</c:v>
                </c:pt>
                <c:pt idx="306">
                  <c:v>4/13/2015</c:v>
                </c:pt>
                <c:pt idx="307">
                  <c:v>4/14/2015</c:v>
                </c:pt>
                <c:pt idx="308">
                  <c:v>4/15/2015</c:v>
                </c:pt>
                <c:pt idx="309">
                  <c:v>4/16/2015</c:v>
                </c:pt>
                <c:pt idx="310">
                  <c:v>4/17/2015</c:v>
                </c:pt>
                <c:pt idx="311">
                  <c:v>4/20/2015</c:v>
                </c:pt>
                <c:pt idx="312">
                  <c:v>4/21/2015</c:v>
                </c:pt>
                <c:pt idx="313">
                  <c:v>4/22/2015</c:v>
                </c:pt>
                <c:pt idx="314">
                  <c:v>4/23/2015</c:v>
                </c:pt>
                <c:pt idx="315">
                  <c:v>4/24/2015</c:v>
                </c:pt>
                <c:pt idx="316">
                  <c:v>4/27/2015</c:v>
                </c:pt>
                <c:pt idx="317">
                  <c:v>4/28/2015</c:v>
                </c:pt>
                <c:pt idx="318">
                  <c:v>4/29/2015</c:v>
                </c:pt>
                <c:pt idx="319">
                  <c:v>4/30/2015</c:v>
                </c:pt>
                <c:pt idx="320">
                  <c:v>5/4/2015</c:v>
                </c:pt>
                <c:pt idx="321">
                  <c:v>5/5/2015</c:v>
                </c:pt>
                <c:pt idx="322">
                  <c:v>5/6/2015</c:v>
                </c:pt>
                <c:pt idx="323">
                  <c:v>5/7/2015</c:v>
                </c:pt>
                <c:pt idx="324">
                  <c:v>5/8/2015</c:v>
                </c:pt>
                <c:pt idx="325">
                  <c:v>5/11/2015</c:v>
                </c:pt>
                <c:pt idx="326">
                  <c:v>5/12/2015</c:v>
                </c:pt>
                <c:pt idx="327">
                  <c:v>5/13/2015</c:v>
                </c:pt>
                <c:pt idx="328">
                  <c:v>5/14/2015</c:v>
                </c:pt>
                <c:pt idx="329">
                  <c:v>5/15/2015</c:v>
                </c:pt>
                <c:pt idx="330">
                  <c:v>5/18/2015</c:v>
                </c:pt>
                <c:pt idx="331">
                  <c:v>5/19/2015</c:v>
                </c:pt>
                <c:pt idx="332">
                  <c:v>5/20/2015</c:v>
                </c:pt>
                <c:pt idx="333">
                  <c:v>5/21/2015</c:v>
                </c:pt>
                <c:pt idx="334">
                  <c:v>5/22/2015</c:v>
                </c:pt>
                <c:pt idx="335">
                  <c:v>5/25/2015</c:v>
                </c:pt>
                <c:pt idx="336">
                  <c:v>5/26/2015</c:v>
                </c:pt>
                <c:pt idx="337">
                  <c:v>5/27/2015</c:v>
                </c:pt>
                <c:pt idx="338">
                  <c:v>5/28/2015</c:v>
                </c:pt>
                <c:pt idx="339">
                  <c:v>5/29/2015</c:v>
                </c:pt>
                <c:pt idx="340">
                  <c:v>6/1/2015</c:v>
                </c:pt>
                <c:pt idx="341">
                  <c:v>6/2/2015</c:v>
                </c:pt>
                <c:pt idx="342">
                  <c:v>6/3/2015</c:v>
                </c:pt>
                <c:pt idx="343">
                  <c:v>6/4/2015</c:v>
                </c:pt>
                <c:pt idx="344">
                  <c:v>6/5/2015</c:v>
                </c:pt>
                <c:pt idx="345">
                  <c:v>6/8/2015</c:v>
                </c:pt>
                <c:pt idx="346">
                  <c:v>6/9/2015</c:v>
                </c:pt>
                <c:pt idx="347">
                  <c:v>6/10/2015</c:v>
                </c:pt>
                <c:pt idx="348">
                  <c:v>6/11/2015</c:v>
                </c:pt>
                <c:pt idx="349">
                  <c:v>6/12/2015</c:v>
                </c:pt>
                <c:pt idx="350">
                  <c:v>6/15/2015</c:v>
                </c:pt>
                <c:pt idx="351">
                  <c:v>6/16/2015</c:v>
                </c:pt>
                <c:pt idx="352">
                  <c:v>6/17/2015</c:v>
                </c:pt>
                <c:pt idx="353">
                  <c:v>6/18/2015</c:v>
                </c:pt>
                <c:pt idx="354">
                  <c:v>6/19/2015</c:v>
                </c:pt>
                <c:pt idx="355">
                  <c:v>6/24/2015</c:v>
                </c:pt>
                <c:pt idx="356">
                  <c:v>6/25/2015</c:v>
                </c:pt>
                <c:pt idx="357">
                  <c:v>6/26/2015</c:v>
                </c:pt>
                <c:pt idx="358">
                  <c:v>6/29/2015</c:v>
                </c:pt>
                <c:pt idx="359">
                  <c:v>6/30/2015</c:v>
                </c:pt>
                <c:pt idx="360">
                  <c:v>7/1/2015</c:v>
                </c:pt>
                <c:pt idx="361">
                  <c:v>7/2/2015</c:v>
                </c:pt>
                <c:pt idx="362">
                  <c:v>7/3/2015</c:v>
                </c:pt>
                <c:pt idx="363">
                  <c:v>7/6/2015</c:v>
                </c:pt>
                <c:pt idx="364">
                  <c:v>7/7/2015</c:v>
                </c:pt>
                <c:pt idx="365">
                  <c:v>7/8/2015</c:v>
                </c:pt>
                <c:pt idx="366">
                  <c:v>7/9/2015</c:v>
                </c:pt>
                <c:pt idx="367">
                  <c:v>7/10/2015</c:v>
                </c:pt>
                <c:pt idx="368">
                  <c:v>7/13/2015</c:v>
                </c:pt>
                <c:pt idx="369">
                  <c:v>7/14/2015</c:v>
                </c:pt>
                <c:pt idx="370">
                  <c:v>7/15/2015</c:v>
                </c:pt>
                <c:pt idx="371">
                  <c:v>7/16/2015</c:v>
                </c:pt>
                <c:pt idx="372">
                  <c:v>7/17/2015</c:v>
                </c:pt>
                <c:pt idx="373">
                  <c:v>7/20/2015</c:v>
                </c:pt>
                <c:pt idx="374">
                  <c:v>7/21/2015</c:v>
                </c:pt>
                <c:pt idx="375">
                  <c:v>7/22/2015</c:v>
                </c:pt>
                <c:pt idx="376">
                  <c:v>7/23/2015</c:v>
                </c:pt>
                <c:pt idx="377">
                  <c:v>7/24/2015</c:v>
                </c:pt>
                <c:pt idx="378">
                  <c:v>7/27/2015</c:v>
                </c:pt>
                <c:pt idx="379">
                  <c:v>7/28/2015</c:v>
                </c:pt>
                <c:pt idx="380">
                  <c:v>7/29/2015</c:v>
                </c:pt>
                <c:pt idx="381">
                  <c:v>7/30/2015</c:v>
                </c:pt>
                <c:pt idx="382">
                  <c:v>7/31/2015</c:v>
                </c:pt>
                <c:pt idx="383">
                  <c:v>8/3/2015</c:v>
                </c:pt>
                <c:pt idx="384">
                  <c:v>8/4/2015</c:v>
                </c:pt>
                <c:pt idx="385">
                  <c:v>8/5/2015</c:v>
                </c:pt>
                <c:pt idx="386">
                  <c:v>8/6/2015</c:v>
                </c:pt>
                <c:pt idx="387">
                  <c:v>8/7/2015</c:v>
                </c:pt>
                <c:pt idx="388">
                  <c:v>8/10/2015</c:v>
                </c:pt>
                <c:pt idx="389">
                  <c:v>8/11/2015</c:v>
                </c:pt>
                <c:pt idx="390">
                  <c:v>8/12/2015</c:v>
                </c:pt>
                <c:pt idx="391">
                  <c:v>8/13/2015</c:v>
                </c:pt>
                <c:pt idx="392">
                  <c:v>8/14/2015</c:v>
                </c:pt>
                <c:pt idx="393">
                  <c:v>8/17/2015</c:v>
                </c:pt>
                <c:pt idx="394">
                  <c:v>8/18/2015</c:v>
                </c:pt>
                <c:pt idx="395">
                  <c:v>8/19/2015</c:v>
                </c:pt>
                <c:pt idx="396">
                  <c:v>8/20/2015</c:v>
                </c:pt>
                <c:pt idx="397">
                  <c:v>8/21/2015</c:v>
                </c:pt>
                <c:pt idx="398">
                  <c:v>8/24/2015</c:v>
                </c:pt>
                <c:pt idx="399">
                  <c:v>8/25/2015</c:v>
                </c:pt>
                <c:pt idx="400">
                  <c:v>8/26/2015</c:v>
                </c:pt>
                <c:pt idx="401">
                  <c:v>8/27/2015</c:v>
                </c:pt>
                <c:pt idx="402">
                  <c:v>8/28/2015</c:v>
                </c:pt>
                <c:pt idx="403">
                  <c:v>8/31/2015</c:v>
                </c:pt>
                <c:pt idx="404">
                  <c:v>9/1/2015</c:v>
                </c:pt>
                <c:pt idx="405">
                  <c:v>9/2/2015</c:v>
                </c:pt>
                <c:pt idx="406">
                  <c:v>9/7/2015</c:v>
                </c:pt>
                <c:pt idx="407">
                  <c:v>9/8/2015</c:v>
                </c:pt>
                <c:pt idx="408">
                  <c:v>9/9/2015</c:v>
                </c:pt>
                <c:pt idx="409">
                  <c:v>9/10/2015</c:v>
                </c:pt>
                <c:pt idx="410">
                  <c:v>9/11/2015</c:v>
                </c:pt>
                <c:pt idx="411">
                  <c:v>9/14/2015</c:v>
                </c:pt>
                <c:pt idx="412">
                  <c:v>9/15/2015</c:v>
                </c:pt>
                <c:pt idx="413">
                  <c:v>9/16/2015</c:v>
                </c:pt>
                <c:pt idx="414">
                  <c:v>9/17/2015</c:v>
                </c:pt>
                <c:pt idx="415">
                  <c:v>9/18/2015</c:v>
                </c:pt>
                <c:pt idx="416">
                  <c:v>9/21/2015</c:v>
                </c:pt>
                <c:pt idx="417">
                  <c:v>9/22/2015</c:v>
                </c:pt>
                <c:pt idx="418">
                  <c:v>9/23/2015</c:v>
                </c:pt>
                <c:pt idx="419">
                  <c:v>9/24/2015</c:v>
                </c:pt>
                <c:pt idx="420">
                  <c:v>9/25/2015</c:v>
                </c:pt>
                <c:pt idx="421">
                  <c:v>9/28/2015</c:v>
                </c:pt>
                <c:pt idx="422">
                  <c:v>9/29/2015</c:v>
                </c:pt>
                <c:pt idx="423">
                  <c:v>9/30/2015</c:v>
                </c:pt>
                <c:pt idx="424">
                  <c:v>10/8/2015</c:v>
                </c:pt>
                <c:pt idx="425">
                  <c:v>10/9/2015</c:v>
                </c:pt>
                <c:pt idx="426">
                  <c:v>10/12/2015</c:v>
                </c:pt>
                <c:pt idx="427">
                  <c:v>10/13/2015</c:v>
                </c:pt>
                <c:pt idx="428">
                  <c:v>10/14/2015</c:v>
                </c:pt>
                <c:pt idx="429">
                  <c:v>10/15/2015</c:v>
                </c:pt>
                <c:pt idx="430">
                  <c:v>10/16/2015</c:v>
                </c:pt>
                <c:pt idx="431">
                  <c:v>10/19/2015</c:v>
                </c:pt>
                <c:pt idx="432">
                  <c:v>10/20/2015</c:v>
                </c:pt>
                <c:pt idx="433">
                  <c:v>10/21/2015</c:v>
                </c:pt>
                <c:pt idx="434">
                  <c:v>10/22/2015</c:v>
                </c:pt>
                <c:pt idx="435">
                  <c:v>10/23/2015</c:v>
                </c:pt>
                <c:pt idx="436">
                  <c:v>10/26/2015</c:v>
                </c:pt>
                <c:pt idx="437">
                  <c:v>10/27/2015</c:v>
                </c:pt>
                <c:pt idx="438">
                  <c:v>10/28/2015</c:v>
                </c:pt>
                <c:pt idx="439">
                  <c:v>10/29/2015</c:v>
                </c:pt>
                <c:pt idx="440">
                  <c:v>10/30/2015</c:v>
                </c:pt>
                <c:pt idx="441">
                  <c:v>11/2/2015</c:v>
                </c:pt>
                <c:pt idx="442">
                  <c:v>11/3/2015</c:v>
                </c:pt>
                <c:pt idx="443">
                  <c:v>11/4/2015</c:v>
                </c:pt>
                <c:pt idx="444">
                  <c:v>11/5/2015</c:v>
                </c:pt>
                <c:pt idx="445">
                  <c:v>11/6/2015</c:v>
                </c:pt>
                <c:pt idx="446">
                  <c:v>11/9/2015</c:v>
                </c:pt>
                <c:pt idx="447">
                  <c:v>11/10/2015</c:v>
                </c:pt>
                <c:pt idx="448">
                  <c:v>11/11/2015</c:v>
                </c:pt>
                <c:pt idx="449">
                  <c:v>11/12/2015</c:v>
                </c:pt>
                <c:pt idx="450">
                  <c:v>11/13/2015</c:v>
                </c:pt>
                <c:pt idx="451">
                  <c:v>11/16/2015</c:v>
                </c:pt>
                <c:pt idx="452">
                  <c:v>11/17/2015</c:v>
                </c:pt>
                <c:pt idx="453">
                  <c:v>11/18/2015</c:v>
                </c:pt>
                <c:pt idx="454">
                  <c:v>11/19/2015</c:v>
                </c:pt>
                <c:pt idx="455">
                  <c:v>11/20/2015</c:v>
                </c:pt>
                <c:pt idx="456">
                  <c:v>11/23/2015</c:v>
                </c:pt>
                <c:pt idx="457">
                  <c:v>11/24/2015</c:v>
                </c:pt>
                <c:pt idx="458">
                  <c:v>11/25/2015</c:v>
                </c:pt>
                <c:pt idx="459">
                  <c:v>11/26/2015</c:v>
                </c:pt>
                <c:pt idx="460">
                  <c:v>11/27/2015</c:v>
                </c:pt>
                <c:pt idx="461">
                  <c:v>11/30/2015</c:v>
                </c:pt>
                <c:pt idx="462">
                  <c:v>12/1/2015</c:v>
                </c:pt>
                <c:pt idx="463">
                  <c:v>12/2/2015</c:v>
                </c:pt>
                <c:pt idx="464">
                  <c:v>12/3/2015</c:v>
                </c:pt>
                <c:pt idx="465">
                  <c:v>12/4/2015</c:v>
                </c:pt>
                <c:pt idx="466">
                  <c:v>12/7/2015</c:v>
                </c:pt>
                <c:pt idx="467">
                  <c:v>12/8/2015</c:v>
                </c:pt>
                <c:pt idx="468">
                  <c:v>12/9/2015</c:v>
                </c:pt>
                <c:pt idx="469">
                  <c:v>12/10/2015</c:v>
                </c:pt>
                <c:pt idx="470">
                  <c:v>12/11/2015</c:v>
                </c:pt>
                <c:pt idx="471">
                  <c:v>12/14/2015</c:v>
                </c:pt>
                <c:pt idx="472">
                  <c:v>12/15/2015</c:v>
                </c:pt>
                <c:pt idx="473">
                  <c:v>12/16/2015</c:v>
                </c:pt>
                <c:pt idx="474">
                  <c:v>12/17/2015</c:v>
                </c:pt>
                <c:pt idx="475">
                  <c:v>12/18/2015</c:v>
                </c:pt>
                <c:pt idx="476">
                  <c:v>12/21/2015</c:v>
                </c:pt>
                <c:pt idx="477">
                  <c:v>12/22/2015</c:v>
                </c:pt>
                <c:pt idx="478">
                  <c:v>12/23/2015</c:v>
                </c:pt>
                <c:pt idx="479">
                  <c:v>12/24/2015</c:v>
                </c:pt>
                <c:pt idx="480">
                  <c:v>12/25/2015</c:v>
                </c:pt>
                <c:pt idx="481">
                  <c:v>12/28/2015</c:v>
                </c:pt>
                <c:pt idx="482">
                  <c:v>12/29/2015</c:v>
                </c:pt>
                <c:pt idx="483">
                  <c:v>12/30/2015</c:v>
                </c:pt>
                <c:pt idx="484">
                  <c:v>12/31/2015</c:v>
                </c:pt>
                <c:pt idx="485">
                  <c:v>1/4/2016</c:v>
                </c:pt>
                <c:pt idx="486">
                  <c:v>1/5/2016</c:v>
                </c:pt>
                <c:pt idx="487">
                  <c:v>1/6/2016</c:v>
                </c:pt>
                <c:pt idx="488">
                  <c:v>1/7/2016</c:v>
                </c:pt>
                <c:pt idx="489">
                  <c:v>1/8/2016</c:v>
                </c:pt>
                <c:pt idx="490">
                  <c:v>1/11/2016</c:v>
                </c:pt>
                <c:pt idx="491">
                  <c:v>1/12/2016</c:v>
                </c:pt>
                <c:pt idx="492">
                  <c:v>1/13/2016</c:v>
                </c:pt>
                <c:pt idx="493">
                  <c:v>1/14/2016</c:v>
                </c:pt>
                <c:pt idx="494">
                  <c:v>1/15/2016</c:v>
                </c:pt>
                <c:pt idx="495">
                  <c:v>1/18/2016</c:v>
                </c:pt>
                <c:pt idx="496">
                  <c:v>1/19/2016</c:v>
                </c:pt>
                <c:pt idx="497">
                  <c:v>1/20/2016</c:v>
                </c:pt>
                <c:pt idx="498">
                  <c:v>1/21/2016</c:v>
                </c:pt>
                <c:pt idx="499">
                  <c:v>1/22/2016</c:v>
                </c:pt>
                <c:pt idx="500">
                  <c:v>1/25/2016</c:v>
                </c:pt>
                <c:pt idx="501">
                  <c:v>1/26/2016</c:v>
                </c:pt>
                <c:pt idx="502">
                  <c:v>1/27/2016</c:v>
                </c:pt>
                <c:pt idx="503">
                  <c:v>1/28/2016</c:v>
                </c:pt>
                <c:pt idx="504">
                  <c:v>1/29/2016</c:v>
                </c:pt>
                <c:pt idx="505">
                  <c:v>2/1/2016</c:v>
                </c:pt>
                <c:pt idx="506">
                  <c:v>2/2/2016</c:v>
                </c:pt>
                <c:pt idx="507">
                  <c:v>2/3/2016</c:v>
                </c:pt>
                <c:pt idx="508">
                  <c:v>2/4/2016</c:v>
                </c:pt>
                <c:pt idx="509">
                  <c:v>2/5/2016</c:v>
                </c:pt>
                <c:pt idx="510">
                  <c:v>2/15/2016</c:v>
                </c:pt>
                <c:pt idx="511">
                  <c:v>2/16/2016</c:v>
                </c:pt>
                <c:pt idx="512">
                  <c:v>2/17/2016</c:v>
                </c:pt>
                <c:pt idx="513">
                  <c:v>2/18/2016</c:v>
                </c:pt>
                <c:pt idx="514">
                  <c:v>2/19/2016</c:v>
                </c:pt>
                <c:pt idx="515">
                  <c:v>2/22/2016</c:v>
                </c:pt>
                <c:pt idx="516">
                  <c:v>2/23/2016</c:v>
                </c:pt>
                <c:pt idx="517">
                  <c:v>2/24/2016</c:v>
                </c:pt>
                <c:pt idx="518">
                  <c:v>2/25/2016</c:v>
                </c:pt>
                <c:pt idx="519">
                  <c:v>2/26/2016</c:v>
                </c:pt>
                <c:pt idx="520">
                  <c:v>2/29/2016</c:v>
                </c:pt>
                <c:pt idx="521">
                  <c:v>3/1/2016</c:v>
                </c:pt>
                <c:pt idx="522">
                  <c:v>3/2/2016</c:v>
                </c:pt>
                <c:pt idx="523">
                  <c:v>3/3/2016</c:v>
                </c:pt>
                <c:pt idx="524">
                  <c:v>3/4/2016</c:v>
                </c:pt>
                <c:pt idx="525">
                  <c:v>3/7/2016</c:v>
                </c:pt>
                <c:pt idx="526">
                  <c:v>3/8/2016</c:v>
                </c:pt>
                <c:pt idx="527">
                  <c:v>3/9/2016</c:v>
                </c:pt>
                <c:pt idx="528">
                  <c:v>3/10/2016</c:v>
                </c:pt>
                <c:pt idx="529">
                  <c:v>3/11/2016</c:v>
                </c:pt>
                <c:pt idx="530">
                  <c:v>3/14/2016</c:v>
                </c:pt>
                <c:pt idx="531">
                  <c:v>3/15/2016</c:v>
                </c:pt>
                <c:pt idx="532">
                  <c:v>3/16/2016</c:v>
                </c:pt>
                <c:pt idx="533">
                  <c:v>3/17/2016</c:v>
                </c:pt>
                <c:pt idx="534">
                  <c:v>3/18/2016</c:v>
                </c:pt>
                <c:pt idx="535">
                  <c:v>3/21/2016</c:v>
                </c:pt>
                <c:pt idx="536">
                  <c:v>3/22/2016</c:v>
                </c:pt>
                <c:pt idx="537">
                  <c:v>3/23/2016</c:v>
                </c:pt>
                <c:pt idx="538">
                  <c:v>3/24/2016</c:v>
                </c:pt>
                <c:pt idx="539">
                  <c:v>3/25/2016</c:v>
                </c:pt>
                <c:pt idx="540">
                  <c:v>3/28/2016</c:v>
                </c:pt>
                <c:pt idx="541">
                  <c:v>3/29/2016</c:v>
                </c:pt>
                <c:pt idx="542">
                  <c:v>3/30/2016</c:v>
                </c:pt>
                <c:pt idx="543">
                  <c:v>3/31/2016</c:v>
                </c:pt>
                <c:pt idx="544">
                  <c:v>4/1/2016</c:v>
                </c:pt>
                <c:pt idx="545">
                  <c:v>4/5/2016</c:v>
                </c:pt>
                <c:pt idx="546">
                  <c:v>4/6/2016</c:v>
                </c:pt>
                <c:pt idx="547">
                  <c:v>4/7/2016</c:v>
                </c:pt>
                <c:pt idx="548">
                  <c:v>4/8/2016</c:v>
                </c:pt>
                <c:pt idx="549">
                  <c:v>4/11/2016</c:v>
                </c:pt>
                <c:pt idx="550">
                  <c:v>4/12/2016</c:v>
                </c:pt>
                <c:pt idx="551">
                  <c:v>4/13/2016</c:v>
                </c:pt>
                <c:pt idx="552">
                  <c:v>4/14/2016</c:v>
                </c:pt>
                <c:pt idx="553">
                  <c:v>4/15/2016</c:v>
                </c:pt>
                <c:pt idx="554">
                  <c:v>4/18/2016</c:v>
                </c:pt>
                <c:pt idx="555">
                  <c:v>4/19/2016</c:v>
                </c:pt>
                <c:pt idx="556">
                  <c:v>4/20/2016</c:v>
                </c:pt>
                <c:pt idx="557">
                  <c:v>4/21/2016</c:v>
                </c:pt>
                <c:pt idx="558">
                  <c:v>4/22/2016</c:v>
                </c:pt>
                <c:pt idx="559">
                  <c:v>4/25/2016</c:v>
                </c:pt>
                <c:pt idx="560">
                  <c:v>4/26/2016</c:v>
                </c:pt>
                <c:pt idx="561">
                  <c:v>4/27/2016</c:v>
                </c:pt>
                <c:pt idx="562">
                  <c:v>4/28/2016</c:v>
                </c:pt>
                <c:pt idx="563">
                  <c:v>4/29/2016</c:v>
                </c:pt>
                <c:pt idx="564">
                  <c:v>5/3/2016</c:v>
                </c:pt>
                <c:pt idx="565">
                  <c:v>5/4/2016</c:v>
                </c:pt>
                <c:pt idx="566">
                  <c:v>5/5/2016</c:v>
                </c:pt>
                <c:pt idx="567">
                  <c:v>5/6/2016</c:v>
                </c:pt>
                <c:pt idx="568">
                  <c:v>5/9/2016</c:v>
                </c:pt>
                <c:pt idx="569">
                  <c:v>5/10/2016</c:v>
                </c:pt>
                <c:pt idx="570">
                  <c:v>5/11/2016</c:v>
                </c:pt>
                <c:pt idx="571">
                  <c:v>5/12/2016</c:v>
                </c:pt>
                <c:pt idx="572">
                  <c:v>5/13/2016</c:v>
                </c:pt>
                <c:pt idx="573">
                  <c:v>5/16/2016</c:v>
                </c:pt>
                <c:pt idx="574">
                  <c:v>5/17/2016</c:v>
                </c:pt>
                <c:pt idx="575">
                  <c:v>5/18/2016</c:v>
                </c:pt>
                <c:pt idx="576">
                  <c:v>5/19/2016</c:v>
                </c:pt>
                <c:pt idx="577">
                  <c:v>5/20/2016</c:v>
                </c:pt>
                <c:pt idx="578">
                  <c:v>5/23/2016</c:v>
                </c:pt>
                <c:pt idx="579">
                  <c:v>5/24/2016</c:v>
                </c:pt>
                <c:pt idx="580">
                  <c:v>5/25/2016</c:v>
                </c:pt>
                <c:pt idx="581">
                  <c:v>5/26/2016</c:v>
                </c:pt>
                <c:pt idx="582">
                  <c:v>5/27/2016</c:v>
                </c:pt>
                <c:pt idx="583">
                  <c:v>5/30/2016</c:v>
                </c:pt>
                <c:pt idx="584">
                  <c:v>5/31/2016</c:v>
                </c:pt>
                <c:pt idx="585">
                  <c:v>6/1/2016</c:v>
                </c:pt>
                <c:pt idx="586">
                  <c:v>6/2/2016</c:v>
                </c:pt>
                <c:pt idx="587">
                  <c:v>6/3/2016</c:v>
                </c:pt>
                <c:pt idx="588">
                  <c:v>6/6/2016</c:v>
                </c:pt>
                <c:pt idx="589">
                  <c:v>6/7/2016</c:v>
                </c:pt>
                <c:pt idx="590">
                  <c:v>6/8/2016</c:v>
                </c:pt>
                <c:pt idx="591">
                  <c:v>6/13/2016</c:v>
                </c:pt>
                <c:pt idx="592">
                  <c:v>6/14/2016</c:v>
                </c:pt>
                <c:pt idx="593">
                  <c:v>6/15/2016</c:v>
                </c:pt>
                <c:pt idx="594">
                  <c:v>6/16/2016</c:v>
                </c:pt>
                <c:pt idx="595">
                  <c:v>6/17/2016</c:v>
                </c:pt>
                <c:pt idx="596">
                  <c:v>6/20/2016</c:v>
                </c:pt>
                <c:pt idx="597">
                  <c:v>6/21/2016</c:v>
                </c:pt>
                <c:pt idx="598">
                  <c:v>6/22/2016</c:v>
                </c:pt>
                <c:pt idx="599">
                  <c:v>6/23/2016</c:v>
                </c:pt>
                <c:pt idx="600">
                  <c:v>6/24/2016</c:v>
                </c:pt>
                <c:pt idx="601">
                  <c:v>6/27/2016</c:v>
                </c:pt>
                <c:pt idx="602">
                  <c:v>6/28/2016</c:v>
                </c:pt>
                <c:pt idx="603">
                  <c:v>6/29/2016</c:v>
                </c:pt>
                <c:pt idx="604">
                  <c:v>6/30/2016</c:v>
                </c:pt>
                <c:pt idx="605">
                  <c:v>7/1/2016</c:v>
                </c:pt>
                <c:pt idx="606">
                  <c:v>7/4/2016</c:v>
                </c:pt>
                <c:pt idx="607">
                  <c:v>7/5/2016</c:v>
                </c:pt>
                <c:pt idx="608">
                  <c:v>7/6/2016</c:v>
                </c:pt>
                <c:pt idx="609">
                  <c:v>7/7/2016</c:v>
                </c:pt>
                <c:pt idx="610">
                  <c:v>7/8/2016</c:v>
                </c:pt>
                <c:pt idx="611">
                  <c:v>7/11/2016</c:v>
                </c:pt>
                <c:pt idx="612">
                  <c:v>7/12/2016</c:v>
                </c:pt>
                <c:pt idx="613">
                  <c:v>7/13/2016</c:v>
                </c:pt>
                <c:pt idx="614">
                  <c:v>7/14/2016</c:v>
                </c:pt>
                <c:pt idx="615">
                  <c:v>7/15/2016</c:v>
                </c:pt>
                <c:pt idx="616">
                  <c:v>7/18/2016</c:v>
                </c:pt>
                <c:pt idx="617">
                  <c:v>7/19/2016</c:v>
                </c:pt>
                <c:pt idx="618">
                  <c:v>7/20/2016</c:v>
                </c:pt>
                <c:pt idx="619">
                  <c:v>7/21/2016</c:v>
                </c:pt>
                <c:pt idx="620">
                  <c:v>7/22/2016</c:v>
                </c:pt>
                <c:pt idx="621">
                  <c:v>7/25/2016</c:v>
                </c:pt>
                <c:pt idx="622">
                  <c:v>7/26/2016</c:v>
                </c:pt>
                <c:pt idx="623">
                  <c:v>7/27/2016</c:v>
                </c:pt>
                <c:pt idx="624">
                  <c:v>7/28/2016</c:v>
                </c:pt>
                <c:pt idx="625">
                  <c:v>7/29/2016</c:v>
                </c:pt>
                <c:pt idx="626">
                  <c:v>8/1/2016</c:v>
                </c:pt>
                <c:pt idx="627">
                  <c:v>8/2/2016</c:v>
                </c:pt>
                <c:pt idx="628">
                  <c:v>8/3/2016</c:v>
                </c:pt>
                <c:pt idx="629">
                  <c:v>8/4/2016</c:v>
                </c:pt>
                <c:pt idx="630">
                  <c:v>8/5/2016</c:v>
                </c:pt>
                <c:pt idx="631">
                  <c:v>8/8/2016</c:v>
                </c:pt>
                <c:pt idx="632">
                  <c:v>8/9/2016</c:v>
                </c:pt>
                <c:pt idx="633">
                  <c:v>8/10/2016</c:v>
                </c:pt>
                <c:pt idx="634">
                  <c:v>8/11/2016</c:v>
                </c:pt>
                <c:pt idx="635">
                  <c:v>8/12/2016</c:v>
                </c:pt>
                <c:pt idx="636">
                  <c:v>8/15/2016</c:v>
                </c:pt>
                <c:pt idx="637">
                  <c:v>8/16/2016</c:v>
                </c:pt>
                <c:pt idx="638">
                  <c:v>8/17/2016</c:v>
                </c:pt>
                <c:pt idx="639">
                  <c:v>8/18/2016</c:v>
                </c:pt>
                <c:pt idx="640">
                  <c:v>8/19/2016</c:v>
                </c:pt>
                <c:pt idx="641">
                  <c:v>8/22/2016</c:v>
                </c:pt>
                <c:pt idx="642">
                  <c:v>8/23/2016</c:v>
                </c:pt>
                <c:pt idx="643">
                  <c:v>8/24/2016</c:v>
                </c:pt>
                <c:pt idx="644">
                  <c:v>8/25/2016</c:v>
                </c:pt>
                <c:pt idx="645">
                  <c:v>8/26/2016</c:v>
                </c:pt>
                <c:pt idx="646">
                  <c:v>8/29/2016</c:v>
                </c:pt>
                <c:pt idx="647">
                  <c:v>8/30/2016</c:v>
                </c:pt>
                <c:pt idx="648">
                  <c:v>8/31/2016</c:v>
                </c:pt>
                <c:pt idx="649">
                  <c:v>9/1/2016</c:v>
                </c:pt>
                <c:pt idx="650">
                  <c:v>9/2/2016</c:v>
                </c:pt>
                <c:pt idx="651">
                  <c:v>9/5/2016</c:v>
                </c:pt>
                <c:pt idx="652">
                  <c:v>9/6/2016</c:v>
                </c:pt>
                <c:pt idx="653">
                  <c:v>9/7/2016</c:v>
                </c:pt>
                <c:pt idx="654">
                  <c:v>9/8/2016</c:v>
                </c:pt>
                <c:pt idx="655">
                  <c:v>9/9/2016</c:v>
                </c:pt>
                <c:pt idx="656">
                  <c:v>9/12/2016</c:v>
                </c:pt>
                <c:pt idx="657">
                  <c:v>9/13/2016</c:v>
                </c:pt>
                <c:pt idx="658">
                  <c:v>9/14/2016</c:v>
                </c:pt>
                <c:pt idx="659">
                  <c:v>9/19/2016</c:v>
                </c:pt>
                <c:pt idx="660">
                  <c:v>9/20/2016</c:v>
                </c:pt>
                <c:pt idx="661">
                  <c:v>9/21/2016</c:v>
                </c:pt>
                <c:pt idx="662">
                  <c:v>9/22/2016</c:v>
                </c:pt>
                <c:pt idx="663">
                  <c:v>9/23/2016</c:v>
                </c:pt>
                <c:pt idx="664">
                  <c:v>9/26/2016</c:v>
                </c:pt>
                <c:pt idx="665">
                  <c:v>9/27/2016</c:v>
                </c:pt>
                <c:pt idx="666">
                  <c:v>9/28/2016</c:v>
                </c:pt>
                <c:pt idx="667">
                  <c:v>9/29/2016</c:v>
                </c:pt>
                <c:pt idx="668">
                  <c:v>9/30/2016</c:v>
                </c:pt>
                <c:pt idx="669">
                  <c:v>10/10/2016</c:v>
                </c:pt>
                <c:pt idx="670">
                  <c:v>10/11/2016</c:v>
                </c:pt>
                <c:pt idx="671">
                  <c:v>10/12/2016</c:v>
                </c:pt>
                <c:pt idx="672">
                  <c:v>10/13/2016</c:v>
                </c:pt>
                <c:pt idx="673">
                  <c:v>10/14/2016</c:v>
                </c:pt>
                <c:pt idx="674">
                  <c:v>10/17/2016</c:v>
                </c:pt>
                <c:pt idx="675">
                  <c:v>10/18/2016</c:v>
                </c:pt>
                <c:pt idx="676">
                  <c:v>10/19/2016</c:v>
                </c:pt>
                <c:pt idx="677">
                  <c:v>10/20/2016</c:v>
                </c:pt>
                <c:pt idx="678">
                  <c:v>10/21/2016</c:v>
                </c:pt>
                <c:pt idx="679">
                  <c:v>10/24/2016</c:v>
                </c:pt>
                <c:pt idx="680">
                  <c:v>10/25/2016</c:v>
                </c:pt>
                <c:pt idx="681">
                  <c:v>10/26/2016</c:v>
                </c:pt>
                <c:pt idx="682">
                  <c:v>10/27/2016</c:v>
                </c:pt>
                <c:pt idx="683">
                  <c:v>10/28/2016</c:v>
                </c:pt>
                <c:pt idx="684">
                  <c:v>10/31/2016</c:v>
                </c:pt>
                <c:pt idx="685">
                  <c:v>11/1/2016</c:v>
                </c:pt>
                <c:pt idx="686">
                  <c:v>11/2/2016</c:v>
                </c:pt>
                <c:pt idx="687">
                  <c:v>11/3/2016</c:v>
                </c:pt>
                <c:pt idx="688">
                  <c:v>11/4/2016</c:v>
                </c:pt>
                <c:pt idx="689">
                  <c:v>11/7/2016</c:v>
                </c:pt>
                <c:pt idx="690">
                  <c:v>11/8/2016</c:v>
                </c:pt>
                <c:pt idx="691">
                  <c:v>11/9/2016</c:v>
                </c:pt>
                <c:pt idx="692">
                  <c:v>11/10/2016</c:v>
                </c:pt>
                <c:pt idx="693">
                  <c:v>11/11/2016</c:v>
                </c:pt>
                <c:pt idx="694">
                  <c:v>11/14/2016</c:v>
                </c:pt>
                <c:pt idx="695">
                  <c:v>11/15/2016</c:v>
                </c:pt>
                <c:pt idx="696">
                  <c:v>11/16/2016</c:v>
                </c:pt>
                <c:pt idx="697">
                  <c:v>11/17/2016</c:v>
                </c:pt>
                <c:pt idx="698">
                  <c:v>11/18/2016</c:v>
                </c:pt>
                <c:pt idx="699">
                  <c:v>11/21/2016</c:v>
                </c:pt>
                <c:pt idx="700">
                  <c:v>11/22/2016</c:v>
                </c:pt>
                <c:pt idx="701">
                  <c:v>11/23/2016</c:v>
                </c:pt>
                <c:pt idx="702">
                  <c:v>11/24/2016</c:v>
                </c:pt>
                <c:pt idx="703">
                  <c:v>11/25/2016</c:v>
                </c:pt>
                <c:pt idx="704">
                  <c:v>11/28/2016</c:v>
                </c:pt>
                <c:pt idx="705">
                  <c:v>11/29/2016</c:v>
                </c:pt>
                <c:pt idx="706">
                  <c:v>11/30/2016</c:v>
                </c:pt>
                <c:pt idx="707">
                  <c:v>12/1/2016</c:v>
                </c:pt>
                <c:pt idx="708">
                  <c:v>12/2/2016</c:v>
                </c:pt>
                <c:pt idx="709">
                  <c:v>12/5/2016</c:v>
                </c:pt>
                <c:pt idx="710">
                  <c:v>12/6/2016</c:v>
                </c:pt>
                <c:pt idx="711">
                  <c:v>12/7/2016</c:v>
                </c:pt>
                <c:pt idx="712">
                  <c:v>12/8/2016</c:v>
                </c:pt>
                <c:pt idx="713">
                  <c:v>12/9/2016</c:v>
                </c:pt>
                <c:pt idx="714">
                  <c:v>12/12/2016</c:v>
                </c:pt>
                <c:pt idx="715">
                  <c:v>12/13/2016</c:v>
                </c:pt>
                <c:pt idx="716">
                  <c:v>12/14/2016</c:v>
                </c:pt>
                <c:pt idx="717">
                  <c:v>12/15/2016</c:v>
                </c:pt>
                <c:pt idx="718">
                  <c:v>12/16/2016</c:v>
                </c:pt>
                <c:pt idx="719">
                  <c:v>12/19/2016</c:v>
                </c:pt>
                <c:pt idx="720">
                  <c:v>12/20/2016</c:v>
                </c:pt>
                <c:pt idx="721">
                  <c:v>12/21/2016</c:v>
                </c:pt>
                <c:pt idx="722">
                  <c:v>12/22/2016</c:v>
                </c:pt>
                <c:pt idx="723">
                  <c:v>12/23/2016</c:v>
                </c:pt>
                <c:pt idx="724">
                  <c:v>12/26/2016</c:v>
                </c:pt>
                <c:pt idx="725">
                  <c:v>12/27/2016</c:v>
                </c:pt>
                <c:pt idx="726">
                  <c:v>12/28/2016</c:v>
                </c:pt>
                <c:pt idx="727">
                  <c:v>12/29/2016</c:v>
                </c:pt>
                <c:pt idx="728">
                  <c:v>12/30/2016</c:v>
                </c:pt>
                <c:pt idx="729">
                  <c:v>1/3/2017</c:v>
                </c:pt>
                <c:pt idx="730">
                  <c:v>1/4/2017</c:v>
                </c:pt>
                <c:pt idx="731">
                  <c:v>1/5/2017</c:v>
                </c:pt>
                <c:pt idx="732">
                  <c:v>1/6/2017</c:v>
                </c:pt>
                <c:pt idx="733">
                  <c:v>1/9/2017</c:v>
                </c:pt>
                <c:pt idx="734">
                  <c:v>1/10/2017</c:v>
                </c:pt>
                <c:pt idx="735">
                  <c:v>1/11/2017</c:v>
                </c:pt>
                <c:pt idx="736">
                  <c:v>1/12/2017</c:v>
                </c:pt>
                <c:pt idx="737">
                  <c:v>1/13/2017</c:v>
                </c:pt>
                <c:pt idx="738">
                  <c:v>1/16/2017</c:v>
                </c:pt>
                <c:pt idx="739">
                  <c:v>1/17/2017</c:v>
                </c:pt>
                <c:pt idx="740">
                  <c:v>1/18/2017</c:v>
                </c:pt>
                <c:pt idx="741">
                  <c:v>1/19/2017</c:v>
                </c:pt>
                <c:pt idx="742">
                  <c:v>1/20/2017</c:v>
                </c:pt>
                <c:pt idx="743">
                  <c:v>1/23/2017</c:v>
                </c:pt>
                <c:pt idx="744">
                  <c:v>1/24/2017</c:v>
                </c:pt>
                <c:pt idx="745">
                  <c:v>1/25/2017</c:v>
                </c:pt>
                <c:pt idx="746">
                  <c:v>1/26/2017</c:v>
                </c:pt>
                <c:pt idx="747">
                  <c:v>2/3/2017</c:v>
                </c:pt>
                <c:pt idx="748">
                  <c:v>2/6/2017</c:v>
                </c:pt>
                <c:pt idx="749">
                  <c:v>2/7/2017</c:v>
                </c:pt>
                <c:pt idx="750">
                  <c:v>2/8/2017</c:v>
                </c:pt>
                <c:pt idx="751">
                  <c:v>2/9/2017</c:v>
                </c:pt>
                <c:pt idx="752">
                  <c:v>2/10/2017</c:v>
                </c:pt>
                <c:pt idx="753">
                  <c:v>2/13/2017</c:v>
                </c:pt>
                <c:pt idx="754">
                  <c:v>2/14/2017</c:v>
                </c:pt>
                <c:pt idx="755">
                  <c:v>2/15/2017</c:v>
                </c:pt>
                <c:pt idx="756">
                  <c:v>2/16/2017</c:v>
                </c:pt>
                <c:pt idx="757">
                  <c:v>2/17/2017</c:v>
                </c:pt>
                <c:pt idx="758">
                  <c:v>2/20/2017</c:v>
                </c:pt>
                <c:pt idx="759">
                  <c:v>2/21/2017</c:v>
                </c:pt>
                <c:pt idx="760">
                  <c:v>2/22/2017</c:v>
                </c:pt>
                <c:pt idx="761">
                  <c:v>2/23/2017</c:v>
                </c:pt>
                <c:pt idx="762">
                  <c:v>2/24/2017</c:v>
                </c:pt>
                <c:pt idx="763">
                  <c:v>2/27/2017</c:v>
                </c:pt>
                <c:pt idx="764">
                  <c:v>2/28/2017</c:v>
                </c:pt>
                <c:pt idx="765">
                  <c:v>3/1/2017</c:v>
                </c:pt>
                <c:pt idx="766">
                  <c:v>3/2/2017</c:v>
                </c:pt>
                <c:pt idx="767">
                  <c:v>3/3/2017</c:v>
                </c:pt>
                <c:pt idx="768">
                  <c:v>3/6/2017</c:v>
                </c:pt>
                <c:pt idx="769">
                  <c:v>3/7/2017</c:v>
                </c:pt>
                <c:pt idx="770">
                  <c:v>3/8/2017</c:v>
                </c:pt>
                <c:pt idx="771">
                  <c:v>3/9/2017</c:v>
                </c:pt>
                <c:pt idx="772">
                  <c:v>3/10/2017</c:v>
                </c:pt>
                <c:pt idx="773">
                  <c:v>3/13/2017</c:v>
                </c:pt>
                <c:pt idx="774">
                  <c:v>3/14/2017</c:v>
                </c:pt>
                <c:pt idx="775">
                  <c:v>3/15/2017</c:v>
                </c:pt>
                <c:pt idx="776">
                  <c:v>3/16/2017</c:v>
                </c:pt>
                <c:pt idx="777">
                  <c:v>3/17/2017</c:v>
                </c:pt>
                <c:pt idx="778">
                  <c:v>3/20/2017</c:v>
                </c:pt>
                <c:pt idx="779">
                  <c:v>3/21/2017</c:v>
                </c:pt>
                <c:pt idx="780">
                  <c:v>3/22/2017</c:v>
                </c:pt>
                <c:pt idx="781">
                  <c:v>3/23/2017</c:v>
                </c:pt>
                <c:pt idx="782">
                  <c:v>3/24/2017</c:v>
                </c:pt>
                <c:pt idx="783">
                  <c:v>3/27/2017</c:v>
                </c:pt>
                <c:pt idx="784">
                  <c:v>3/28/2017</c:v>
                </c:pt>
                <c:pt idx="785">
                  <c:v>3/29/2017</c:v>
                </c:pt>
                <c:pt idx="786">
                  <c:v>3/30/2017</c:v>
                </c:pt>
                <c:pt idx="787">
                  <c:v>3/31/2017</c:v>
                </c:pt>
                <c:pt idx="788">
                  <c:v>4/5/2017</c:v>
                </c:pt>
                <c:pt idx="789">
                  <c:v>4/6/2017</c:v>
                </c:pt>
                <c:pt idx="790">
                  <c:v>4/7/2017</c:v>
                </c:pt>
                <c:pt idx="791">
                  <c:v>4/10/2017</c:v>
                </c:pt>
                <c:pt idx="792">
                  <c:v>4/11/2017</c:v>
                </c:pt>
                <c:pt idx="793">
                  <c:v>4/12/2017</c:v>
                </c:pt>
                <c:pt idx="794">
                  <c:v>4/13/2017</c:v>
                </c:pt>
                <c:pt idx="795">
                  <c:v>4/14/2017</c:v>
                </c:pt>
                <c:pt idx="796">
                  <c:v>4/17/2017</c:v>
                </c:pt>
                <c:pt idx="797">
                  <c:v>4/18/2017</c:v>
                </c:pt>
                <c:pt idx="798">
                  <c:v>4/19/2017</c:v>
                </c:pt>
                <c:pt idx="799">
                  <c:v>4/20/2017</c:v>
                </c:pt>
                <c:pt idx="800">
                  <c:v>4/21/2017</c:v>
                </c:pt>
                <c:pt idx="801">
                  <c:v>4/24/2017</c:v>
                </c:pt>
                <c:pt idx="802">
                  <c:v>4/25/2017</c:v>
                </c:pt>
                <c:pt idx="803">
                  <c:v>4/26/2017</c:v>
                </c:pt>
                <c:pt idx="804">
                  <c:v>4/27/2017</c:v>
                </c:pt>
                <c:pt idx="805">
                  <c:v>4/28/2017</c:v>
                </c:pt>
                <c:pt idx="806">
                  <c:v>5/2/2017</c:v>
                </c:pt>
                <c:pt idx="807">
                  <c:v>5/3/2017</c:v>
                </c:pt>
                <c:pt idx="808">
                  <c:v>5/4/2017</c:v>
                </c:pt>
                <c:pt idx="809">
                  <c:v>5/5/2017</c:v>
                </c:pt>
                <c:pt idx="810">
                  <c:v>5/8/2017</c:v>
                </c:pt>
                <c:pt idx="811">
                  <c:v>5/9/2017</c:v>
                </c:pt>
                <c:pt idx="812">
                  <c:v>5/10/2017</c:v>
                </c:pt>
                <c:pt idx="813">
                  <c:v>5/11/2017</c:v>
                </c:pt>
                <c:pt idx="814">
                  <c:v>5/12/2017</c:v>
                </c:pt>
                <c:pt idx="815">
                  <c:v>5/15/2017</c:v>
                </c:pt>
                <c:pt idx="816">
                  <c:v>5/16/2017</c:v>
                </c:pt>
                <c:pt idx="817">
                  <c:v>5/17/2017</c:v>
                </c:pt>
                <c:pt idx="818">
                  <c:v>5/18/2017</c:v>
                </c:pt>
                <c:pt idx="819">
                  <c:v>5/19/2017</c:v>
                </c:pt>
                <c:pt idx="820">
                  <c:v>5/22/2017</c:v>
                </c:pt>
                <c:pt idx="821">
                  <c:v>5/23/2017</c:v>
                </c:pt>
                <c:pt idx="822">
                  <c:v>5/24/2017</c:v>
                </c:pt>
                <c:pt idx="823">
                  <c:v>5/25/2017</c:v>
                </c:pt>
                <c:pt idx="824">
                  <c:v>5/26/2017</c:v>
                </c:pt>
                <c:pt idx="825">
                  <c:v>5/31/2017</c:v>
                </c:pt>
                <c:pt idx="826">
                  <c:v>6/1/2017</c:v>
                </c:pt>
                <c:pt idx="827">
                  <c:v>6/2/2017</c:v>
                </c:pt>
                <c:pt idx="828">
                  <c:v>6/5/2017</c:v>
                </c:pt>
                <c:pt idx="829">
                  <c:v>6/6/2017</c:v>
                </c:pt>
                <c:pt idx="830">
                  <c:v>6/7/2017</c:v>
                </c:pt>
                <c:pt idx="831">
                  <c:v>6/8/2017</c:v>
                </c:pt>
                <c:pt idx="832">
                  <c:v>6/9/2017</c:v>
                </c:pt>
                <c:pt idx="833">
                  <c:v>6/12/2017</c:v>
                </c:pt>
                <c:pt idx="834">
                  <c:v>6/13/2017</c:v>
                </c:pt>
                <c:pt idx="835">
                  <c:v>6/14/2017</c:v>
                </c:pt>
                <c:pt idx="836">
                  <c:v>6/15/2017</c:v>
                </c:pt>
                <c:pt idx="837">
                  <c:v>6/16/2017</c:v>
                </c:pt>
                <c:pt idx="838">
                  <c:v>6/19/2017</c:v>
                </c:pt>
                <c:pt idx="839">
                  <c:v>6/20/2017</c:v>
                </c:pt>
                <c:pt idx="840">
                  <c:v>6/21/2017</c:v>
                </c:pt>
                <c:pt idx="841">
                  <c:v>6/22/2017</c:v>
                </c:pt>
                <c:pt idx="842">
                  <c:v>6/23/2017</c:v>
                </c:pt>
                <c:pt idx="843">
                  <c:v>6/26/2017</c:v>
                </c:pt>
                <c:pt idx="844">
                  <c:v>6/27/2017</c:v>
                </c:pt>
                <c:pt idx="845">
                  <c:v>6/28/2017</c:v>
                </c:pt>
                <c:pt idx="846">
                  <c:v>6/29/2017</c:v>
                </c:pt>
                <c:pt idx="847">
                  <c:v>6/30/2017</c:v>
                </c:pt>
                <c:pt idx="848">
                  <c:v>7/3/2017</c:v>
                </c:pt>
                <c:pt idx="849">
                  <c:v>7/4/2017</c:v>
                </c:pt>
                <c:pt idx="850">
                  <c:v>7/5/2017</c:v>
                </c:pt>
                <c:pt idx="851">
                  <c:v>7/6/2017</c:v>
                </c:pt>
                <c:pt idx="852">
                  <c:v>7/7/2017</c:v>
                </c:pt>
                <c:pt idx="853">
                  <c:v>7/10/2017</c:v>
                </c:pt>
                <c:pt idx="854">
                  <c:v>7/11/2017</c:v>
                </c:pt>
                <c:pt idx="855">
                  <c:v>7/12/2017</c:v>
                </c:pt>
                <c:pt idx="856">
                  <c:v>7/13/2017</c:v>
                </c:pt>
                <c:pt idx="857">
                  <c:v>7/14/2017</c:v>
                </c:pt>
                <c:pt idx="858">
                  <c:v>7/17/2017</c:v>
                </c:pt>
                <c:pt idx="859">
                  <c:v>7/18/2017</c:v>
                </c:pt>
                <c:pt idx="860">
                  <c:v>7/19/2017</c:v>
                </c:pt>
                <c:pt idx="861">
                  <c:v>7/20/2017</c:v>
                </c:pt>
                <c:pt idx="862">
                  <c:v>7/21/2017</c:v>
                </c:pt>
                <c:pt idx="863">
                  <c:v>7/24/2017</c:v>
                </c:pt>
                <c:pt idx="864">
                  <c:v>7/25/2017</c:v>
                </c:pt>
                <c:pt idx="865">
                  <c:v>7/26/2017</c:v>
                </c:pt>
                <c:pt idx="866">
                  <c:v>7/27/2017</c:v>
                </c:pt>
                <c:pt idx="867">
                  <c:v>7/28/2017</c:v>
                </c:pt>
                <c:pt idx="868">
                  <c:v>7/31/2017</c:v>
                </c:pt>
                <c:pt idx="869">
                  <c:v>8/1/2017</c:v>
                </c:pt>
                <c:pt idx="870">
                  <c:v>8/2/2017</c:v>
                </c:pt>
                <c:pt idx="871">
                  <c:v>8/3/2017</c:v>
                </c:pt>
                <c:pt idx="872">
                  <c:v>8/4/2017</c:v>
                </c:pt>
                <c:pt idx="873">
                  <c:v>8/7/2017</c:v>
                </c:pt>
                <c:pt idx="874">
                  <c:v>8/8/2017</c:v>
                </c:pt>
                <c:pt idx="875">
                  <c:v>8/9/2017</c:v>
                </c:pt>
                <c:pt idx="876">
                  <c:v>8/10/2017</c:v>
                </c:pt>
                <c:pt idx="877">
                  <c:v>8/11/2017</c:v>
                </c:pt>
                <c:pt idx="878">
                  <c:v>8/14/2017</c:v>
                </c:pt>
                <c:pt idx="879">
                  <c:v>8/15/2017</c:v>
                </c:pt>
                <c:pt idx="880">
                  <c:v>8/16/2017</c:v>
                </c:pt>
                <c:pt idx="881">
                  <c:v>8/17/2017</c:v>
                </c:pt>
                <c:pt idx="882">
                  <c:v>8/18/2017</c:v>
                </c:pt>
                <c:pt idx="883">
                  <c:v>8/21/2017</c:v>
                </c:pt>
                <c:pt idx="884">
                  <c:v>8/22/2017</c:v>
                </c:pt>
                <c:pt idx="885">
                  <c:v>8/23/2017</c:v>
                </c:pt>
                <c:pt idx="886">
                  <c:v>8/24/2017</c:v>
                </c:pt>
                <c:pt idx="887">
                  <c:v>8/25/2017</c:v>
                </c:pt>
                <c:pt idx="888">
                  <c:v>8/28/2017</c:v>
                </c:pt>
                <c:pt idx="889">
                  <c:v>8/29/2017</c:v>
                </c:pt>
                <c:pt idx="890">
                  <c:v>8/30/2017</c:v>
                </c:pt>
                <c:pt idx="891">
                  <c:v>8/31/2017</c:v>
                </c:pt>
                <c:pt idx="892">
                  <c:v>9/1/2017</c:v>
                </c:pt>
                <c:pt idx="893">
                  <c:v>9/4/2017</c:v>
                </c:pt>
                <c:pt idx="894">
                  <c:v>9/5/2017</c:v>
                </c:pt>
                <c:pt idx="895">
                  <c:v>9/6/2017</c:v>
                </c:pt>
                <c:pt idx="896">
                  <c:v>9/7/2017</c:v>
                </c:pt>
                <c:pt idx="897">
                  <c:v>9/8/2017</c:v>
                </c:pt>
                <c:pt idx="898">
                  <c:v>9/11/2017</c:v>
                </c:pt>
                <c:pt idx="899">
                  <c:v>9/12/2017</c:v>
                </c:pt>
                <c:pt idx="900">
                  <c:v>9/13/2017</c:v>
                </c:pt>
                <c:pt idx="901">
                  <c:v>9/14/2017</c:v>
                </c:pt>
                <c:pt idx="902">
                  <c:v>9/15/2017</c:v>
                </c:pt>
                <c:pt idx="903">
                  <c:v>9/18/2017</c:v>
                </c:pt>
                <c:pt idx="904">
                  <c:v>9/19/2017</c:v>
                </c:pt>
                <c:pt idx="905">
                  <c:v>9/20/2017</c:v>
                </c:pt>
                <c:pt idx="906">
                  <c:v>9/21/2017</c:v>
                </c:pt>
                <c:pt idx="907">
                  <c:v>9/22/2017</c:v>
                </c:pt>
                <c:pt idx="908">
                  <c:v>9/25/2017</c:v>
                </c:pt>
                <c:pt idx="909">
                  <c:v>9/26/2017</c:v>
                </c:pt>
                <c:pt idx="910">
                  <c:v>9/27/2017</c:v>
                </c:pt>
                <c:pt idx="911">
                  <c:v>9/28/2017</c:v>
                </c:pt>
                <c:pt idx="912">
                  <c:v>9/29/2017</c:v>
                </c:pt>
                <c:pt idx="913">
                  <c:v>10/9/2017</c:v>
                </c:pt>
                <c:pt idx="914">
                  <c:v>10/10/2017</c:v>
                </c:pt>
                <c:pt idx="915">
                  <c:v>10/11/2017</c:v>
                </c:pt>
                <c:pt idx="916">
                  <c:v>10/12/2017</c:v>
                </c:pt>
                <c:pt idx="917">
                  <c:v>10/13/2017</c:v>
                </c:pt>
                <c:pt idx="918">
                  <c:v>10/16/2017</c:v>
                </c:pt>
                <c:pt idx="919">
                  <c:v>10/17/2017</c:v>
                </c:pt>
                <c:pt idx="920">
                  <c:v>10/18/2017</c:v>
                </c:pt>
                <c:pt idx="921">
                  <c:v>10/19/2017</c:v>
                </c:pt>
                <c:pt idx="922">
                  <c:v>10/20/2017</c:v>
                </c:pt>
                <c:pt idx="923">
                  <c:v>10/23/2017</c:v>
                </c:pt>
                <c:pt idx="924">
                  <c:v>10/24/2017</c:v>
                </c:pt>
                <c:pt idx="925">
                  <c:v>10/25/2017</c:v>
                </c:pt>
                <c:pt idx="926">
                  <c:v>10/26/2017</c:v>
                </c:pt>
                <c:pt idx="927">
                  <c:v>10/27/2017</c:v>
                </c:pt>
                <c:pt idx="928">
                  <c:v>10/30/2017</c:v>
                </c:pt>
                <c:pt idx="929">
                  <c:v>10/31/2017</c:v>
                </c:pt>
                <c:pt idx="930">
                  <c:v>11/1/2017</c:v>
                </c:pt>
                <c:pt idx="931">
                  <c:v>11/2/2017</c:v>
                </c:pt>
                <c:pt idx="932">
                  <c:v>11/3/2017</c:v>
                </c:pt>
                <c:pt idx="933">
                  <c:v>11/6/2017</c:v>
                </c:pt>
                <c:pt idx="934">
                  <c:v>11/7/2017</c:v>
                </c:pt>
                <c:pt idx="935">
                  <c:v>11/8/2017</c:v>
                </c:pt>
                <c:pt idx="936">
                  <c:v>11/9/2017</c:v>
                </c:pt>
                <c:pt idx="937">
                  <c:v>11/10/2017</c:v>
                </c:pt>
                <c:pt idx="938">
                  <c:v>11/13/2017</c:v>
                </c:pt>
                <c:pt idx="939">
                  <c:v>11/14/2017</c:v>
                </c:pt>
                <c:pt idx="940">
                  <c:v>11/15/2017</c:v>
                </c:pt>
                <c:pt idx="941">
                  <c:v>11/16/2017</c:v>
                </c:pt>
                <c:pt idx="942">
                  <c:v>11/17/2017</c:v>
                </c:pt>
                <c:pt idx="943">
                  <c:v>11/20/2017</c:v>
                </c:pt>
                <c:pt idx="944">
                  <c:v>11/21/2017</c:v>
                </c:pt>
                <c:pt idx="945">
                  <c:v>11/22/2017</c:v>
                </c:pt>
                <c:pt idx="946">
                  <c:v>11/23/2017</c:v>
                </c:pt>
                <c:pt idx="947">
                  <c:v>11/24/2017</c:v>
                </c:pt>
                <c:pt idx="948">
                  <c:v>11/27/2017</c:v>
                </c:pt>
                <c:pt idx="949">
                  <c:v>11/28/2017</c:v>
                </c:pt>
                <c:pt idx="950">
                  <c:v>11/29/2017</c:v>
                </c:pt>
                <c:pt idx="951">
                  <c:v>11/30/2017</c:v>
                </c:pt>
                <c:pt idx="952">
                  <c:v>12/1/2017</c:v>
                </c:pt>
                <c:pt idx="953">
                  <c:v>12/4/2017</c:v>
                </c:pt>
                <c:pt idx="954">
                  <c:v>12/5/2017</c:v>
                </c:pt>
                <c:pt idx="955">
                  <c:v>12/6/2017</c:v>
                </c:pt>
                <c:pt idx="956">
                  <c:v>12/7/2017</c:v>
                </c:pt>
                <c:pt idx="957">
                  <c:v>12/8/2017</c:v>
                </c:pt>
                <c:pt idx="958">
                  <c:v>12/11/2017</c:v>
                </c:pt>
                <c:pt idx="959">
                  <c:v>12/12/2017</c:v>
                </c:pt>
                <c:pt idx="960">
                  <c:v>12/13/2017</c:v>
                </c:pt>
                <c:pt idx="961">
                  <c:v>12/14/2017</c:v>
                </c:pt>
                <c:pt idx="962">
                  <c:v>12/15/2017</c:v>
                </c:pt>
                <c:pt idx="963">
                  <c:v>12/18/2017</c:v>
                </c:pt>
                <c:pt idx="964">
                  <c:v>12/19/2017</c:v>
                </c:pt>
                <c:pt idx="965">
                  <c:v>12/20/2017</c:v>
                </c:pt>
                <c:pt idx="966">
                  <c:v>12/21/2017</c:v>
                </c:pt>
                <c:pt idx="967">
                  <c:v>12/22/2017</c:v>
                </c:pt>
                <c:pt idx="968">
                  <c:v>12/25/2017</c:v>
                </c:pt>
                <c:pt idx="969">
                  <c:v>12/26/2017</c:v>
                </c:pt>
                <c:pt idx="970">
                  <c:v>12/27/2017</c:v>
                </c:pt>
                <c:pt idx="971">
                  <c:v>12/28/2017</c:v>
                </c:pt>
                <c:pt idx="972">
                  <c:v>12/29/2017</c:v>
                </c:pt>
              </c:strCache>
            </c:strRef>
          </c:cat>
          <c:val>
            <c:numRef>
              <c:f>data!$C$2:$C$974</c:f>
              <c:numCache>
                <c:formatCode>General</c:formatCode>
                <c:ptCount val="973"/>
                <c:pt idx="0">
                  <c:v>91.183999999999997</c:v>
                </c:pt>
                <c:pt idx="1">
                  <c:v>91.258700000000005</c:v>
                </c:pt>
                <c:pt idx="2">
                  <c:v>91.303100000000001</c:v>
                </c:pt>
                <c:pt idx="3">
                  <c:v>91.615700000000004</c:v>
                </c:pt>
                <c:pt idx="4">
                  <c:v>91.884500000000003</c:v>
                </c:pt>
                <c:pt idx="5">
                  <c:v>91.980400000000003</c:v>
                </c:pt>
                <c:pt idx="6">
                  <c:v>91.812299999999993</c:v>
                </c:pt>
                <c:pt idx="7">
                  <c:v>91.675799999999995</c:v>
                </c:pt>
                <c:pt idx="8">
                  <c:v>91.778199999999998</c:v>
                </c:pt>
                <c:pt idx="9">
                  <c:v>92.142499999999998</c:v>
                </c:pt>
                <c:pt idx="10">
                  <c:v>92.18</c:v>
                </c:pt>
                <c:pt idx="11">
                  <c:v>92.345600000000005</c:v>
                </c:pt>
                <c:pt idx="12">
                  <c:v>90.682900000000004</c:v>
                </c:pt>
                <c:pt idx="13">
                  <c:v>92.309700000000007</c:v>
                </c:pt>
                <c:pt idx="14">
                  <c:v>92.557400000000001</c:v>
                </c:pt>
                <c:pt idx="15">
                  <c:v>92.222999999999999</c:v>
                </c:pt>
                <c:pt idx="16">
                  <c:v>91.977900000000005</c:v>
                </c:pt>
                <c:pt idx="17">
                  <c:v>91.984899999999996</c:v>
                </c:pt>
                <c:pt idx="18">
                  <c:v>92.226299999999995</c:v>
                </c:pt>
                <c:pt idx="19">
                  <c:v>92.149900000000002</c:v>
                </c:pt>
                <c:pt idx="20">
                  <c:v>92.668199999999999</c:v>
                </c:pt>
                <c:pt idx="21">
                  <c:v>92.012500000000003</c:v>
                </c:pt>
                <c:pt idx="22">
                  <c:v>91.979100000000003</c:v>
                </c:pt>
                <c:pt idx="23">
                  <c:v>91.884299999999996</c:v>
                </c:pt>
                <c:pt idx="24">
                  <c:v>91.898799999999994</c:v>
                </c:pt>
                <c:pt idx="25">
                  <c:v>89.943100000000001</c:v>
                </c:pt>
                <c:pt idx="26">
                  <c:v>91.422700000000006</c:v>
                </c:pt>
                <c:pt idx="27">
                  <c:v>89.777000000000001</c:v>
                </c:pt>
                <c:pt idx="28">
                  <c:v>91.241699999999994</c:v>
                </c:pt>
                <c:pt idx="29">
                  <c:v>91.452799999999996</c:v>
                </c:pt>
                <c:pt idx="30">
                  <c:v>91.870500000000007</c:v>
                </c:pt>
                <c:pt idx="31">
                  <c:v>90.243200000000002</c:v>
                </c:pt>
                <c:pt idx="32">
                  <c:v>91.594399999999993</c:v>
                </c:pt>
                <c:pt idx="33">
                  <c:v>91.587199999999996</c:v>
                </c:pt>
                <c:pt idx="34">
                  <c:v>91.962900000000005</c:v>
                </c:pt>
                <c:pt idx="35">
                  <c:v>91.795500000000004</c:v>
                </c:pt>
                <c:pt idx="36">
                  <c:v>91.364199999999997</c:v>
                </c:pt>
                <c:pt idx="37">
                  <c:v>89.803100000000001</c:v>
                </c:pt>
                <c:pt idx="38">
                  <c:v>91.736400000000003</c:v>
                </c:pt>
                <c:pt idx="39">
                  <c:v>91.534499999999994</c:v>
                </c:pt>
                <c:pt idx="40">
                  <c:v>91.049400000000006</c:v>
                </c:pt>
                <c:pt idx="41">
                  <c:v>91.356800000000007</c:v>
                </c:pt>
                <c:pt idx="42">
                  <c:v>91.417100000000005</c:v>
                </c:pt>
                <c:pt idx="43">
                  <c:v>91.396500000000003</c:v>
                </c:pt>
                <c:pt idx="44">
                  <c:v>91.374799999999993</c:v>
                </c:pt>
                <c:pt idx="45">
                  <c:v>90.989699999999999</c:v>
                </c:pt>
                <c:pt idx="46">
                  <c:v>91.017200000000003</c:v>
                </c:pt>
                <c:pt idx="47">
                  <c:v>89.280699999999996</c:v>
                </c:pt>
                <c:pt idx="48">
                  <c:v>91.050200000000004</c:v>
                </c:pt>
                <c:pt idx="49">
                  <c:v>91.278899999999993</c:v>
                </c:pt>
                <c:pt idx="50">
                  <c:v>92.010199999999998</c:v>
                </c:pt>
                <c:pt idx="51">
                  <c:v>91.860799999999998</c:v>
                </c:pt>
                <c:pt idx="52">
                  <c:v>91.898300000000006</c:v>
                </c:pt>
                <c:pt idx="53">
                  <c:v>91.818799999999996</c:v>
                </c:pt>
                <c:pt idx="54">
                  <c:v>91.653999999999996</c:v>
                </c:pt>
                <c:pt idx="55">
                  <c:v>91.453699999999998</c:v>
                </c:pt>
                <c:pt idx="56">
                  <c:v>91.584400000000002</c:v>
                </c:pt>
                <c:pt idx="57">
                  <c:v>91.448499999999996</c:v>
                </c:pt>
                <c:pt idx="58">
                  <c:v>91.396299999999997</c:v>
                </c:pt>
                <c:pt idx="59">
                  <c:v>91.581599999999995</c:v>
                </c:pt>
                <c:pt idx="60">
                  <c:v>91.808099999999996</c:v>
                </c:pt>
                <c:pt idx="61">
                  <c:v>91.578699999999998</c:v>
                </c:pt>
                <c:pt idx="62">
                  <c:v>90.884799999999998</c:v>
                </c:pt>
                <c:pt idx="63">
                  <c:v>90.759900000000002</c:v>
                </c:pt>
                <c:pt idx="64">
                  <c:v>90.493099999999998</c:v>
                </c:pt>
                <c:pt idx="65">
                  <c:v>90.642799999999994</c:v>
                </c:pt>
                <c:pt idx="66">
                  <c:v>90.887200000000007</c:v>
                </c:pt>
                <c:pt idx="67">
                  <c:v>90.979399999999998</c:v>
                </c:pt>
                <c:pt idx="68">
                  <c:v>91.102599999999995</c:v>
                </c:pt>
                <c:pt idx="69">
                  <c:v>90.9923</c:v>
                </c:pt>
                <c:pt idx="70">
                  <c:v>91.1464</c:v>
                </c:pt>
                <c:pt idx="71">
                  <c:v>91.226500000000001</c:v>
                </c:pt>
                <c:pt idx="72">
                  <c:v>91.171400000000006</c:v>
                </c:pt>
                <c:pt idx="73">
                  <c:v>91.179199999999994</c:v>
                </c:pt>
                <c:pt idx="74">
                  <c:v>91.120400000000004</c:v>
                </c:pt>
                <c:pt idx="75">
                  <c:v>91.093900000000005</c:v>
                </c:pt>
                <c:pt idx="76">
                  <c:v>91.094300000000004</c:v>
                </c:pt>
                <c:pt idx="77">
                  <c:v>91.029600000000002</c:v>
                </c:pt>
                <c:pt idx="78">
                  <c:v>90.743799999999993</c:v>
                </c:pt>
                <c:pt idx="79">
                  <c:v>90.701099999999997</c:v>
                </c:pt>
                <c:pt idx="80">
                  <c:v>90.2774</c:v>
                </c:pt>
                <c:pt idx="81">
                  <c:v>90.342100000000002</c:v>
                </c:pt>
                <c:pt idx="82">
                  <c:v>90.376199999999997</c:v>
                </c:pt>
                <c:pt idx="83">
                  <c:v>90.843500000000006</c:v>
                </c:pt>
                <c:pt idx="84">
                  <c:v>90.855900000000005</c:v>
                </c:pt>
                <c:pt idx="85">
                  <c:v>91.024900000000002</c:v>
                </c:pt>
                <c:pt idx="86">
                  <c:v>90.969200000000001</c:v>
                </c:pt>
                <c:pt idx="87">
                  <c:v>90.959000000000003</c:v>
                </c:pt>
                <c:pt idx="88">
                  <c:v>90.941900000000004</c:v>
                </c:pt>
                <c:pt idx="89">
                  <c:v>90.854799999999997</c:v>
                </c:pt>
                <c:pt idx="90">
                  <c:v>90.998400000000004</c:v>
                </c:pt>
                <c:pt idx="91">
                  <c:v>91.2363</c:v>
                </c:pt>
                <c:pt idx="92">
                  <c:v>91.194599999999994</c:v>
                </c:pt>
                <c:pt idx="93">
                  <c:v>91.230099999999993</c:v>
                </c:pt>
                <c:pt idx="94">
                  <c:v>89.589500000000001</c:v>
                </c:pt>
                <c:pt idx="95">
                  <c:v>91.299899999999994</c:v>
                </c:pt>
                <c:pt idx="96">
                  <c:v>91.367999999999995</c:v>
                </c:pt>
                <c:pt idx="97">
                  <c:v>91.206299999999999</c:v>
                </c:pt>
                <c:pt idx="98">
                  <c:v>91.192899999999995</c:v>
                </c:pt>
                <c:pt idx="99">
                  <c:v>91.461600000000004</c:v>
                </c:pt>
                <c:pt idx="100">
                  <c:v>91.551500000000004</c:v>
                </c:pt>
                <c:pt idx="101">
                  <c:v>91.473299999999995</c:v>
                </c:pt>
                <c:pt idx="102">
                  <c:v>91.419700000000006</c:v>
                </c:pt>
                <c:pt idx="103">
                  <c:v>91.491500000000002</c:v>
                </c:pt>
                <c:pt idx="104">
                  <c:v>91.636499999999998</c:v>
                </c:pt>
                <c:pt idx="105">
                  <c:v>91.459699999999998</c:v>
                </c:pt>
                <c:pt idx="106">
                  <c:v>91.293000000000006</c:v>
                </c:pt>
                <c:pt idx="107">
                  <c:v>91.408000000000001</c:v>
                </c:pt>
                <c:pt idx="108">
                  <c:v>91.147599999999997</c:v>
                </c:pt>
                <c:pt idx="109">
                  <c:v>91.328500000000005</c:v>
                </c:pt>
                <c:pt idx="110">
                  <c:v>91.317499999999995</c:v>
                </c:pt>
                <c:pt idx="111">
                  <c:v>90.951599999999999</c:v>
                </c:pt>
                <c:pt idx="112">
                  <c:v>90.955799999999996</c:v>
                </c:pt>
                <c:pt idx="113">
                  <c:v>90.803100000000001</c:v>
                </c:pt>
                <c:pt idx="114">
                  <c:v>90.904499999999999</c:v>
                </c:pt>
                <c:pt idx="115">
                  <c:v>90.658500000000004</c:v>
                </c:pt>
                <c:pt idx="116">
                  <c:v>90.666200000000003</c:v>
                </c:pt>
                <c:pt idx="117">
                  <c:v>90.497</c:v>
                </c:pt>
                <c:pt idx="118">
                  <c:v>90.254499999999993</c:v>
                </c:pt>
                <c:pt idx="119">
                  <c:v>90.202799999999996</c:v>
                </c:pt>
                <c:pt idx="120">
                  <c:v>90.343999999999994</c:v>
                </c:pt>
                <c:pt idx="121">
                  <c:v>90.492199999999997</c:v>
                </c:pt>
                <c:pt idx="122">
                  <c:v>88.868799999999993</c:v>
                </c:pt>
                <c:pt idx="123">
                  <c:v>90.552300000000002</c:v>
                </c:pt>
                <c:pt idx="124">
                  <c:v>90.508099999999999</c:v>
                </c:pt>
                <c:pt idx="125">
                  <c:v>90.414500000000004</c:v>
                </c:pt>
                <c:pt idx="126">
                  <c:v>90.468800000000002</c:v>
                </c:pt>
                <c:pt idx="127">
                  <c:v>90.652900000000002</c:v>
                </c:pt>
                <c:pt idx="128">
                  <c:v>90.641400000000004</c:v>
                </c:pt>
                <c:pt idx="129">
                  <c:v>90.864999999999995</c:v>
                </c:pt>
                <c:pt idx="130">
                  <c:v>90.962900000000005</c:v>
                </c:pt>
                <c:pt idx="131">
                  <c:v>90.933099999999996</c:v>
                </c:pt>
                <c:pt idx="132">
                  <c:v>90.963499999999996</c:v>
                </c:pt>
                <c:pt idx="133">
                  <c:v>90.936099999999996</c:v>
                </c:pt>
                <c:pt idx="134">
                  <c:v>91.135300000000001</c:v>
                </c:pt>
                <c:pt idx="135">
                  <c:v>91.130600000000001</c:v>
                </c:pt>
                <c:pt idx="136">
                  <c:v>91.199299999999994</c:v>
                </c:pt>
                <c:pt idx="137">
                  <c:v>91.495800000000003</c:v>
                </c:pt>
                <c:pt idx="138">
                  <c:v>91.423400000000001</c:v>
                </c:pt>
                <c:pt idx="139">
                  <c:v>91.723200000000006</c:v>
                </c:pt>
                <c:pt idx="140">
                  <c:v>92.103099999999998</c:v>
                </c:pt>
                <c:pt idx="141">
                  <c:v>92.014700000000005</c:v>
                </c:pt>
                <c:pt idx="142">
                  <c:v>91.946799999999996</c:v>
                </c:pt>
                <c:pt idx="143">
                  <c:v>92.000200000000007</c:v>
                </c:pt>
                <c:pt idx="144">
                  <c:v>92.299099999999996</c:v>
                </c:pt>
                <c:pt idx="145">
                  <c:v>92.179400000000001</c:v>
                </c:pt>
                <c:pt idx="146">
                  <c:v>92.116100000000003</c:v>
                </c:pt>
                <c:pt idx="147">
                  <c:v>92.149199999999993</c:v>
                </c:pt>
                <c:pt idx="148">
                  <c:v>92.122</c:v>
                </c:pt>
                <c:pt idx="149">
                  <c:v>92.227999999999994</c:v>
                </c:pt>
                <c:pt idx="150">
                  <c:v>92.248599999999996</c:v>
                </c:pt>
                <c:pt idx="151">
                  <c:v>92.152199999999993</c:v>
                </c:pt>
                <c:pt idx="152">
                  <c:v>92.073700000000002</c:v>
                </c:pt>
                <c:pt idx="153">
                  <c:v>92.140699999999995</c:v>
                </c:pt>
                <c:pt idx="154">
                  <c:v>92.458799999999997</c:v>
                </c:pt>
                <c:pt idx="155">
                  <c:v>92.660899999999998</c:v>
                </c:pt>
                <c:pt idx="156">
                  <c:v>92.747699999999995</c:v>
                </c:pt>
                <c:pt idx="157">
                  <c:v>92.916399999999996</c:v>
                </c:pt>
                <c:pt idx="158">
                  <c:v>93.073999999999998</c:v>
                </c:pt>
                <c:pt idx="159">
                  <c:v>93.075199999999995</c:v>
                </c:pt>
                <c:pt idx="160">
                  <c:v>92.880600000000001</c:v>
                </c:pt>
                <c:pt idx="161">
                  <c:v>92.802700000000002</c:v>
                </c:pt>
                <c:pt idx="162">
                  <c:v>92.915400000000005</c:v>
                </c:pt>
                <c:pt idx="163">
                  <c:v>91.248199999999997</c:v>
                </c:pt>
                <c:pt idx="164">
                  <c:v>93.3703</c:v>
                </c:pt>
                <c:pt idx="165">
                  <c:v>93.186700000000002</c:v>
                </c:pt>
                <c:pt idx="166">
                  <c:v>93.883700000000005</c:v>
                </c:pt>
                <c:pt idx="167">
                  <c:v>93.854200000000006</c:v>
                </c:pt>
                <c:pt idx="168">
                  <c:v>94.674700000000001</c:v>
                </c:pt>
                <c:pt idx="169">
                  <c:v>94.586299999999994</c:v>
                </c:pt>
                <c:pt idx="170">
                  <c:v>94.671000000000006</c:v>
                </c:pt>
                <c:pt idx="171">
                  <c:v>94.7834</c:v>
                </c:pt>
                <c:pt idx="172">
                  <c:v>94.7286</c:v>
                </c:pt>
                <c:pt idx="173">
                  <c:v>94.394199999999998</c:v>
                </c:pt>
                <c:pt idx="174">
                  <c:v>94.448400000000007</c:v>
                </c:pt>
                <c:pt idx="175">
                  <c:v>94.668999999999997</c:v>
                </c:pt>
                <c:pt idx="176">
                  <c:v>95.0565</c:v>
                </c:pt>
                <c:pt idx="177">
                  <c:v>95.174199999999999</c:v>
                </c:pt>
                <c:pt idx="178">
                  <c:v>95.200199999999995</c:v>
                </c:pt>
                <c:pt idx="179">
                  <c:v>95.522499999999994</c:v>
                </c:pt>
                <c:pt idx="180">
                  <c:v>95.710899999999995</c:v>
                </c:pt>
                <c:pt idx="181">
                  <c:v>96.182199999999995</c:v>
                </c:pt>
                <c:pt idx="182">
                  <c:v>96.077600000000004</c:v>
                </c:pt>
                <c:pt idx="183">
                  <c:v>96.543999999999997</c:v>
                </c:pt>
                <c:pt idx="184">
                  <c:v>96.272099999999995</c:v>
                </c:pt>
                <c:pt idx="185">
                  <c:v>96.087900000000005</c:v>
                </c:pt>
                <c:pt idx="186">
                  <c:v>96.337599999999995</c:v>
                </c:pt>
                <c:pt idx="187">
                  <c:v>94.6096</c:v>
                </c:pt>
                <c:pt idx="188">
                  <c:v>96.412099999999995</c:v>
                </c:pt>
                <c:pt idx="189">
                  <c:v>96.006100000000004</c:v>
                </c:pt>
                <c:pt idx="190">
                  <c:v>95.7637</c:v>
                </c:pt>
                <c:pt idx="191">
                  <c:v>95.975999999999999</c:v>
                </c:pt>
                <c:pt idx="192">
                  <c:v>95.936599999999999</c:v>
                </c:pt>
                <c:pt idx="193">
                  <c:v>95.957099999999997</c:v>
                </c:pt>
                <c:pt idx="194">
                  <c:v>96.282200000000003</c:v>
                </c:pt>
                <c:pt idx="195">
                  <c:v>96.458600000000004</c:v>
                </c:pt>
                <c:pt idx="196">
                  <c:v>96.272099999999995</c:v>
                </c:pt>
                <c:pt idx="197">
                  <c:v>96.194299999999998</c:v>
                </c:pt>
                <c:pt idx="198">
                  <c:v>95.9114</c:v>
                </c:pt>
                <c:pt idx="199">
                  <c:v>95.751599999999996</c:v>
                </c:pt>
                <c:pt idx="200">
                  <c:v>96.546199999999999</c:v>
                </c:pt>
                <c:pt idx="201">
                  <c:v>97.459599999999995</c:v>
                </c:pt>
                <c:pt idx="202">
                  <c:v>97.974900000000005</c:v>
                </c:pt>
                <c:pt idx="203">
                  <c:v>97.885199999999998</c:v>
                </c:pt>
                <c:pt idx="204">
                  <c:v>98.232299999999995</c:v>
                </c:pt>
                <c:pt idx="205">
                  <c:v>98.716899999999995</c:v>
                </c:pt>
                <c:pt idx="206">
                  <c:v>98.502700000000004</c:v>
                </c:pt>
                <c:pt idx="207">
                  <c:v>98.444500000000005</c:v>
                </c:pt>
                <c:pt idx="208">
                  <c:v>96.683999999999997</c:v>
                </c:pt>
                <c:pt idx="209">
                  <c:v>98.242699999999999</c:v>
                </c:pt>
                <c:pt idx="210">
                  <c:v>98.440299999999993</c:v>
                </c:pt>
                <c:pt idx="211">
                  <c:v>98.371499999999997</c:v>
                </c:pt>
                <c:pt idx="212">
                  <c:v>98.570999999999998</c:v>
                </c:pt>
                <c:pt idx="213">
                  <c:v>98.298900000000003</c:v>
                </c:pt>
                <c:pt idx="214">
                  <c:v>98.501000000000005</c:v>
                </c:pt>
                <c:pt idx="215">
                  <c:v>98.524699999999996</c:v>
                </c:pt>
                <c:pt idx="216">
                  <c:v>98.708600000000004</c:v>
                </c:pt>
                <c:pt idx="217">
                  <c:v>98.784499999999994</c:v>
                </c:pt>
                <c:pt idx="218">
                  <c:v>98.567899999999995</c:v>
                </c:pt>
                <c:pt idx="219">
                  <c:v>98.296000000000006</c:v>
                </c:pt>
                <c:pt idx="220">
                  <c:v>96.539000000000001</c:v>
                </c:pt>
                <c:pt idx="221">
                  <c:v>99.244399999999999</c:v>
                </c:pt>
                <c:pt idx="222">
                  <c:v>98.7226</c:v>
                </c:pt>
                <c:pt idx="223">
                  <c:v>99.408000000000001</c:v>
                </c:pt>
                <c:pt idx="224">
                  <c:v>99.653999999999996</c:v>
                </c:pt>
                <c:pt idx="225">
                  <c:v>99.240099999999998</c:v>
                </c:pt>
                <c:pt idx="226">
                  <c:v>100.09690000000001</c:v>
                </c:pt>
                <c:pt idx="227">
                  <c:v>99.467200000000005</c:v>
                </c:pt>
                <c:pt idx="228">
                  <c:v>99.803399999999996</c:v>
                </c:pt>
                <c:pt idx="229">
                  <c:v>99.377899999999997</c:v>
                </c:pt>
                <c:pt idx="230">
                  <c:v>99.681700000000006</c:v>
                </c:pt>
                <c:pt idx="231">
                  <c:v>99.912099999999995</c:v>
                </c:pt>
                <c:pt idx="232">
                  <c:v>100.35380000000001</c:v>
                </c:pt>
                <c:pt idx="233">
                  <c:v>100.7653</c:v>
                </c:pt>
                <c:pt idx="234">
                  <c:v>100.78319999999999</c:v>
                </c:pt>
                <c:pt idx="235">
                  <c:v>101.1617</c:v>
                </c:pt>
                <c:pt idx="236">
                  <c:v>101.071</c:v>
                </c:pt>
                <c:pt idx="237">
                  <c:v>99.265299999999996</c:v>
                </c:pt>
                <c:pt idx="238">
                  <c:v>99.265299999999996</c:v>
                </c:pt>
                <c:pt idx="239">
                  <c:v>101.1495</c:v>
                </c:pt>
                <c:pt idx="240">
                  <c:v>100.8703</c:v>
                </c:pt>
                <c:pt idx="241">
                  <c:v>101.2064</c:v>
                </c:pt>
                <c:pt idx="242">
                  <c:v>102.60590000000001</c:v>
                </c:pt>
                <c:pt idx="243">
                  <c:v>102.45740000000001</c:v>
                </c:pt>
                <c:pt idx="244">
                  <c:v>103.26860000000001</c:v>
                </c:pt>
                <c:pt idx="245">
                  <c:v>103.1442</c:v>
                </c:pt>
                <c:pt idx="246">
                  <c:v>103.04389999999999</c:v>
                </c:pt>
                <c:pt idx="247">
                  <c:v>103.1772</c:v>
                </c:pt>
                <c:pt idx="248">
                  <c:v>103.404</c:v>
                </c:pt>
                <c:pt idx="249">
                  <c:v>103.1161</c:v>
                </c:pt>
                <c:pt idx="250">
                  <c:v>103.142</c:v>
                </c:pt>
                <c:pt idx="251">
                  <c:v>103.37260000000001</c:v>
                </c:pt>
                <c:pt idx="252">
                  <c:v>101.54</c:v>
                </c:pt>
                <c:pt idx="253">
                  <c:v>103.7401</c:v>
                </c:pt>
                <c:pt idx="254">
                  <c:v>104.26909999999999</c:v>
                </c:pt>
                <c:pt idx="255">
                  <c:v>104.9466</c:v>
                </c:pt>
                <c:pt idx="256">
                  <c:v>105.6305</c:v>
                </c:pt>
                <c:pt idx="257">
                  <c:v>105.7647</c:v>
                </c:pt>
                <c:pt idx="258">
                  <c:v>105.3087</c:v>
                </c:pt>
                <c:pt idx="259">
                  <c:v>105.56950000000001</c:v>
                </c:pt>
                <c:pt idx="260">
                  <c:v>106.5137</c:v>
                </c:pt>
                <c:pt idx="261">
                  <c:v>106.6533</c:v>
                </c:pt>
                <c:pt idx="262">
                  <c:v>106.14579999999999</c:v>
                </c:pt>
                <c:pt idx="263">
                  <c:v>105.3507</c:v>
                </c:pt>
                <c:pt idx="264">
                  <c:v>105.68600000000001</c:v>
                </c:pt>
                <c:pt idx="265">
                  <c:v>105.22069999999999</c:v>
                </c:pt>
                <c:pt idx="266">
                  <c:v>106.08</c:v>
                </c:pt>
                <c:pt idx="267">
                  <c:v>105.9251</c:v>
                </c:pt>
                <c:pt idx="268">
                  <c:v>106.1767</c:v>
                </c:pt>
                <c:pt idx="269">
                  <c:v>106.6835</c:v>
                </c:pt>
                <c:pt idx="270">
                  <c:v>105.5528</c:v>
                </c:pt>
                <c:pt idx="271">
                  <c:v>105.5187</c:v>
                </c:pt>
                <c:pt idx="272">
                  <c:v>103.64190000000001</c:v>
                </c:pt>
                <c:pt idx="273">
                  <c:v>103.6315</c:v>
                </c:pt>
                <c:pt idx="274">
                  <c:v>105.5784</c:v>
                </c:pt>
                <c:pt idx="275">
                  <c:v>106.4746</c:v>
                </c:pt>
                <c:pt idx="276">
                  <c:v>106.5802</c:v>
                </c:pt>
                <c:pt idx="277">
                  <c:v>106.8022</c:v>
                </c:pt>
                <c:pt idx="278">
                  <c:v>106.41419999999999</c:v>
                </c:pt>
                <c:pt idx="279">
                  <c:v>107.0818</c:v>
                </c:pt>
                <c:pt idx="280">
                  <c:v>105.67319999999999</c:v>
                </c:pt>
                <c:pt idx="281">
                  <c:v>108.7983</c:v>
                </c:pt>
                <c:pt idx="282">
                  <c:v>108.80200000000001</c:v>
                </c:pt>
                <c:pt idx="283">
                  <c:v>109.5453</c:v>
                </c:pt>
                <c:pt idx="284">
                  <c:v>110.6105</c:v>
                </c:pt>
                <c:pt idx="285">
                  <c:v>110.206</c:v>
                </c:pt>
                <c:pt idx="286">
                  <c:v>111.0063</c:v>
                </c:pt>
                <c:pt idx="287">
                  <c:v>110.6801</c:v>
                </c:pt>
                <c:pt idx="288">
                  <c:v>110.6272</c:v>
                </c:pt>
                <c:pt idx="289">
                  <c:v>110.43470000000001</c:v>
                </c:pt>
                <c:pt idx="290">
                  <c:v>110.4024</c:v>
                </c:pt>
                <c:pt idx="291">
                  <c:v>108.977</c:v>
                </c:pt>
                <c:pt idx="292">
                  <c:v>108.0819</c:v>
                </c:pt>
                <c:pt idx="293">
                  <c:v>108.164</c:v>
                </c:pt>
                <c:pt idx="294">
                  <c:v>107.7748</c:v>
                </c:pt>
                <c:pt idx="295">
                  <c:v>107.9738</c:v>
                </c:pt>
                <c:pt idx="296">
                  <c:v>108.363</c:v>
                </c:pt>
                <c:pt idx="297">
                  <c:v>109.1934</c:v>
                </c:pt>
                <c:pt idx="298">
                  <c:v>109.4402</c:v>
                </c:pt>
                <c:pt idx="299">
                  <c:v>109.127</c:v>
                </c:pt>
                <c:pt idx="300">
                  <c:v>108.62609999999999</c:v>
                </c:pt>
                <c:pt idx="301">
                  <c:v>107.654</c:v>
                </c:pt>
                <c:pt idx="302">
                  <c:v>108.5398</c:v>
                </c:pt>
                <c:pt idx="303">
                  <c:v>108.57429999999999</c:v>
                </c:pt>
                <c:pt idx="304">
                  <c:v>109.59950000000001</c:v>
                </c:pt>
                <c:pt idx="305">
                  <c:v>110.0508</c:v>
                </c:pt>
                <c:pt idx="306">
                  <c:v>110.1537</c:v>
                </c:pt>
                <c:pt idx="307">
                  <c:v>109.1724</c:v>
                </c:pt>
                <c:pt idx="308">
                  <c:v>109.24720000000001</c:v>
                </c:pt>
                <c:pt idx="309">
                  <c:v>107.9404</c:v>
                </c:pt>
                <c:pt idx="310">
                  <c:v>107.795</c:v>
                </c:pt>
                <c:pt idx="311">
                  <c:v>107.8895</c:v>
                </c:pt>
                <c:pt idx="312">
                  <c:v>108.0635</c:v>
                </c:pt>
                <c:pt idx="313">
                  <c:v>108.1739</c:v>
                </c:pt>
                <c:pt idx="314">
                  <c:v>107.5166</c:v>
                </c:pt>
                <c:pt idx="315">
                  <c:v>107.0775</c:v>
                </c:pt>
                <c:pt idx="316">
                  <c:v>106.8125</c:v>
                </c:pt>
                <c:pt idx="317">
                  <c:v>106.0934</c:v>
                </c:pt>
                <c:pt idx="318">
                  <c:v>104.95489999999999</c:v>
                </c:pt>
                <c:pt idx="319">
                  <c:v>105.76349999999999</c:v>
                </c:pt>
                <c:pt idx="320">
                  <c:v>105.9943</c:v>
                </c:pt>
                <c:pt idx="321">
                  <c:v>105.52670000000001</c:v>
                </c:pt>
                <c:pt idx="322">
                  <c:v>104.6322</c:v>
                </c:pt>
                <c:pt idx="323">
                  <c:v>105.3027</c:v>
                </c:pt>
                <c:pt idx="324">
                  <c:v>105.17959999999999</c:v>
                </c:pt>
                <c:pt idx="325">
                  <c:v>105.5671</c:v>
                </c:pt>
                <c:pt idx="326">
                  <c:v>104.74</c:v>
                </c:pt>
                <c:pt idx="327">
                  <c:v>103.93510000000001</c:v>
                </c:pt>
                <c:pt idx="328">
                  <c:v>104.062</c:v>
                </c:pt>
                <c:pt idx="329">
                  <c:v>103.9365</c:v>
                </c:pt>
                <c:pt idx="330">
                  <c:v>104.717</c:v>
                </c:pt>
                <c:pt idx="331">
                  <c:v>105.9246</c:v>
                </c:pt>
                <c:pt idx="332">
                  <c:v>106.2816</c:v>
                </c:pt>
                <c:pt idx="333">
                  <c:v>105.92270000000001</c:v>
                </c:pt>
                <c:pt idx="334">
                  <c:v>106.7461</c:v>
                </c:pt>
                <c:pt idx="335">
                  <c:v>104.858</c:v>
                </c:pt>
                <c:pt idx="336">
                  <c:v>108.0253</c:v>
                </c:pt>
                <c:pt idx="337">
                  <c:v>108.2722</c:v>
                </c:pt>
                <c:pt idx="338">
                  <c:v>108.2325</c:v>
                </c:pt>
                <c:pt idx="339">
                  <c:v>107.85720000000001</c:v>
                </c:pt>
                <c:pt idx="340">
                  <c:v>108.5802</c:v>
                </c:pt>
                <c:pt idx="341">
                  <c:v>107.1617</c:v>
                </c:pt>
                <c:pt idx="342">
                  <c:v>106.5491</c:v>
                </c:pt>
                <c:pt idx="343">
                  <c:v>106.7979</c:v>
                </c:pt>
                <c:pt idx="344">
                  <c:v>107.70569999999999</c:v>
                </c:pt>
                <c:pt idx="345">
                  <c:v>106.9774</c:v>
                </c:pt>
                <c:pt idx="346">
                  <c:v>106.26909999999999</c:v>
                </c:pt>
                <c:pt idx="347">
                  <c:v>105.75830000000001</c:v>
                </c:pt>
                <c:pt idx="348">
                  <c:v>106.30329999999999</c:v>
                </c:pt>
                <c:pt idx="349">
                  <c:v>105.94119999999999</c:v>
                </c:pt>
                <c:pt idx="350">
                  <c:v>106.09350000000001</c:v>
                </c:pt>
                <c:pt idx="351">
                  <c:v>106.15479999999999</c:v>
                </c:pt>
                <c:pt idx="352">
                  <c:v>106.12949999999999</c:v>
                </c:pt>
                <c:pt idx="353">
                  <c:v>104.90649999999999</c:v>
                </c:pt>
                <c:pt idx="354">
                  <c:v>105.33499999999999</c:v>
                </c:pt>
                <c:pt idx="355">
                  <c:v>106.6979</c:v>
                </c:pt>
                <c:pt idx="356">
                  <c:v>106.3471</c:v>
                </c:pt>
                <c:pt idx="357">
                  <c:v>106.5802</c:v>
                </c:pt>
                <c:pt idx="358">
                  <c:v>106.3085</c:v>
                </c:pt>
                <c:pt idx="359">
                  <c:v>106.6463</c:v>
                </c:pt>
                <c:pt idx="360">
                  <c:v>107.3891</c:v>
                </c:pt>
                <c:pt idx="361">
                  <c:v>107.4191</c:v>
                </c:pt>
                <c:pt idx="362">
                  <c:v>105.52</c:v>
                </c:pt>
                <c:pt idx="363">
                  <c:v>107.5821</c:v>
                </c:pt>
                <c:pt idx="364">
                  <c:v>108.5102</c:v>
                </c:pt>
                <c:pt idx="365">
                  <c:v>107.8753</c:v>
                </c:pt>
                <c:pt idx="366">
                  <c:v>108.14579999999999</c:v>
                </c:pt>
                <c:pt idx="367">
                  <c:v>107.676</c:v>
                </c:pt>
                <c:pt idx="368">
                  <c:v>108.3903</c:v>
                </c:pt>
                <c:pt idx="369">
                  <c:v>108.2885</c:v>
                </c:pt>
                <c:pt idx="370">
                  <c:v>109.0365</c:v>
                </c:pt>
                <c:pt idx="371">
                  <c:v>109.3284</c:v>
                </c:pt>
                <c:pt idx="372">
                  <c:v>109.7069</c:v>
                </c:pt>
                <c:pt idx="373">
                  <c:v>109.72369999999999</c:v>
                </c:pt>
                <c:pt idx="374">
                  <c:v>109.3146</c:v>
                </c:pt>
                <c:pt idx="375">
                  <c:v>109.6498</c:v>
                </c:pt>
                <c:pt idx="376">
                  <c:v>109.3355</c:v>
                </c:pt>
                <c:pt idx="377">
                  <c:v>109.4717</c:v>
                </c:pt>
                <c:pt idx="378">
                  <c:v>108.68219999999999</c:v>
                </c:pt>
                <c:pt idx="379">
                  <c:v>108.75239999999999</c:v>
                </c:pt>
                <c:pt idx="380">
                  <c:v>108.80459999999999</c:v>
                </c:pt>
                <c:pt idx="381">
                  <c:v>109.69199999999999</c:v>
                </c:pt>
                <c:pt idx="382">
                  <c:v>109.1606</c:v>
                </c:pt>
                <c:pt idx="383">
                  <c:v>109.72239999999999</c:v>
                </c:pt>
                <c:pt idx="384">
                  <c:v>109.6728</c:v>
                </c:pt>
                <c:pt idx="385">
                  <c:v>110.3266</c:v>
                </c:pt>
                <c:pt idx="386">
                  <c:v>110.092</c:v>
                </c:pt>
                <c:pt idx="387">
                  <c:v>109.8771</c:v>
                </c:pt>
                <c:pt idx="388">
                  <c:v>109.54989999999999</c:v>
                </c:pt>
                <c:pt idx="389">
                  <c:v>109.6742</c:v>
                </c:pt>
                <c:pt idx="390">
                  <c:v>108.35080000000001</c:v>
                </c:pt>
                <c:pt idx="391">
                  <c:v>108.9191</c:v>
                </c:pt>
                <c:pt idx="392">
                  <c:v>109.01730000000001</c:v>
                </c:pt>
                <c:pt idx="393">
                  <c:v>109.1902</c:v>
                </c:pt>
                <c:pt idx="394">
                  <c:v>109.3249</c:v>
                </c:pt>
                <c:pt idx="395">
                  <c:v>109.3724</c:v>
                </c:pt>
                <c:pt idx="396">
                  <c:v>108.4716</c:v>
                </c:pt>
                <c:pt idx="397">
                  <c:v>107.81489999999999</c:v>
                </c:pt>
                <c:pt idx="398">
                  <c:v>106.70950000000001</c:v>
                </c:pt>
                <c:pt idx="399">
                  <c:v>107.8017</c:v>
                </c:pt>
                <c:pt idx="400">
                  <c:v>107.9884</c:v>
                </c:pt>
                <c:pt idx="401">
                  <c:v>108.6067</c:v>
                </c:pt>
                <c:pt idx="402">
                  <c:v>109.1362</c:v>
                </c:pt>
                <c:pt idx="403">
                  <c:v>108.9898</c:v>
                </c:pt>
                <c:pt idx="404">
                  <c:v>108.49469999999999</c:v>
                </c:pt>
                <c:pt idx="405">
                  <c:v>108.94929999999999</c:v>
                </c:pt>
                <c:pt idx="406">
                  <c:v>107.44159999999999</c:v>
                </c:pt>
                <c:pt idx="407">
                  <c:v>108.85120000000001</c:v>
                </c:pt>
                <c:pt idx="408">
                  <c:v>109.1302</c:v>
                </c:pt>
                <c:pt idx="409">
                  <c:v>108.6114</c:v>
                </c:pt>
                <c:pt idx="410">
                  <c:v>108.47320000000001</c:v>
                </c:pt>
                <c:pt idx="411">
                  <c:v>108.4258</c:v>
                </c:pt>
                <c:pt idx="412">
                  <c:v>108.7547</c:v>
                </c:pt>
                <c:pt idx="413">
                  <c:v>108.2337</c:v>
                </c:pt>
                <c:pt idx="414">
                  <c:v>108.27670000000001</c:v>
                </c:pt>
                <c:pt idx="415">
                  <c:v>107.74809999999999</c:v>
                </c:pt>
                <c:pt idx="416">
                  <c:v>108.7865</c:v>
                </c:pt>
                <c:pt idx="417">
                  <c:v>109.2307</c:v>
                </c:pt>
                <c:pt idx="418">
                  <c:v>109.38720000000001</c:v>
                </c:pt>
                <c:pt idx="419">
                  <c:v>109.0218</c:v>
                </c:pt>
                <c:pt idx="420">
                  <c:v>109.4008</c:v>
                </c:pt>
                <c:pt idx="421">
                  <c:v>109.18989999999999</c:v>
                </c:pt>
                <c:pt idx="422">
                  <c:v>109.2777</c:v>
                </c:pt>
                <c:pt idx="423">
                  <c:v>109.6236</c:v>
                </c:pt>
                <c:pt idx="424">
                  <c:v>107.9648</c:v>
                </c:pt>
                <c:pt idx="425">
                  <c:v>107.4568</c:v>
                </c:pt>
                <c:pt idx="426">
                  <c:v>105.5411</c:v>
                </c:pt>
                <c:pt idx="427">
                  <c:v>107.4833</c:v>
                </c:pt>
                <c:pt idx="428">
                  <c:v>107.02630000000001</c:v>
                </c:pt>
                <c:pt idx="429">
                  <c:v>106.735</c:v>
                </c:pt>
                <c:pt idx="430">
                  <c:v>107.2482</c:v>
                </c:pt>
                <c:pt idx="431">
                  <c:v>107.5463</c:v>
                </c:pt>
                <c:pt idx="432">
                  <c:v>107.36450000000001</c:v>
                </c:pt>
                <c:pt idx="433">
                  <c:v>107.8091</c:v>
                </c:pt>
                <c:pt idx="434">
                  <c:v>108.7015</c:v>
                </c:pt>
                <c:pt idx="435">
                  <c:v>109.5378</c:v>
                </c:pt>
                <c:pt idx="436">
                  <c:v>109.2649</c:v>
                </c:pt>
                <c:pt idx="437">
                  <c:v>109.52079999999999</c:v>
                </c:pt>
                <c:pt idx="438">
                  <c:v>109.3052</c:v>
                </c:pt>
                <c:pt idx="439">
                  <c:v>109.9139</c:v>
                </c:pt>
                <c:pt idx="440">
                  <c:v>109.1712</c:v>
                </c:pt>
                <c:pt idx="441">
                  <c:v>109.2666</c:v>
                </c:pt>
                <c:pt idx="442">
                  <c:v>109.7084</c:v>
                </c:pt>
                <c:pt idx="443">
                  <c:v>110.2577</c:v>
                </c:pt>
                <c:pt idx="444">
                  <c:v>110.37909999999999</c:v>
                </c:pt>
                <c:pt idx="445">
                  <c:v>111.6302</c:v>
                </c:pt>
                <c:pt idx="446">
                  <c:v>111.3754</c:v>
                </c:pt>
                <c:pt idx="447">
                  <c:v>111.7341</c:v>
                </c:pt>
                <c:pt idx="448">
                  <c:v>109.7484</c:v>
                </c:pt>
                <c:pt idx="449">
                  <c:v>111.324</c:v>
                </c:pt>
                <c:pt idx="450">
                  <c:v>111.6185</c:v>
                </c:pt>
                <c:pt idx="451">
                  <c:v>111.7546</c:v>
                </c:pt>
                <c:pt idx="452">
                  <c:v>112.06</c:v>
                </c:pt>
                <c:pt idx="453">
                  <c:v>112.14749999999999</c:v>
                </c:pt>
                <c:pt idx="454">
                  <c:v>111.2175</c:v>
                </c:pt>
                <c:pt idx="455">
                  <c:v>111.86</c:v>
                </c:pt>
                <c:pt idx="456">
                  <c:v>112.2696</c:v>
                </c:pt>
                <c:pt idx="457">
                  <c:v>111.88639999999999</c:v>
                </c:pt>
                <c:pt idx="458">
                  <c:v>112.0239</c:v>
                </c:pt>
                <c:pt idx="459">
                  <c:v>110.0318</c:v>
                </c:pt>
                <c:pt idx="460">
                  <c:v>112.4003</c:v>
                </c:pt>
                <c:pt idx="461">
                  <c:v>112.47580000000001</c:v>
                </c:pt>
                <c:pt idx="462">
                  <c:v>112.2377</c:v>
                </c:pt>
                <c:pt idx="463">
                  <c:v>112.5844</c:v>
                </c:pt>
                <c:pt idx="464">
                  <c:v>111.00360000000001</c:v>
                </c:pt>
                <c:pt idx="465">
                  <c:v>110.974</c:v>
                </c:pt>
                <c:pt idx="466">
                  <c:v>111.5989</c:v>
                </c:pt>
                <c:pt idx="467">
                  <c:v>111.6661</c:v>
                </c:pt>
                <c:pt idx="468">
                  <c:v>110.9273</c:v>
                </c:pt>
                <c:pt idx="469">
                  <c:v>110.992</c:v>
                </c:pt>
                <c:pt idx="470">
                  <c:v>110.92789999999999</c:v>
                </c:pt>
                <c:pt idx="471">
                  <c:v>110.9258</c:v>
                </c:pt>
                <c:pt idx="472">
                  <c:v>111.65600000000001</c:v>
                </c:pt>
                <c:pt idx="473">
                  <c:v>111.7338</c:v>
                </c:pt>
                <c:pt idx="474">
                  <c:v>112.9915</c:v>
                </c:pt>
                <c:pt idx="475">
                  <c:v>112.3107</c:v>
                </c:pt>
                <c:pt idx="476">
                  <c:v>112.25839999999999</c:v>
                </c:pt>
                <c:pt idx="477">
                  <c:v>111.90130000000001</c:v>
                </c:pt>
                <c:pt idx="478">
                  <c:v>112.149</c:v>
                </c:pt>
                <c:pt idx="479">
                  <c:v>111.5972</c:v>
                </c:pt>
                <c:pt idx="480">
                  <c:v>109.60169999999999</c:v>
                </c:pt>
                <c:pt idx="481">
                  <c:v>111.6452</c:v>
                </c:pt>
                <c:pt idx="482">
                  <c:v>111.905</c:v>
                </c:pt>
                <c:pt idx="483">
                  <c:v>111.9812</c:v>
                </c:pt>
                <c:pt idx="484">
                  <c:v>112.1925</c:v>
                </c:pt>
                <c:pt idx="485">
                  <c:v>112.7218</c:v>
                </c:pt>
                <c:pt idx="486">
                  <c:v>113.0372</c:v>
                </c:pt>
                <c:pt idx="487">
                  <c:v>113.18429999999999</c:v>
                </c:pt>
                <c:pt idx="488">
                  <c:v>112.68170000000001</c:v>
                </c:pt>
                <c:pt idx="489">
                  <c:v>112.7967</c:v>
                </c:pt>
                <c:pt idx="490">
                  <c:v>112.8841</c:v>
                </c:pt>
                <c:pt idx="491">
                  <c:v>113.45610000000001</c:v>
                </c:pt>
                <c:pt idx="492">
                  <c:v>113.3409</c:v>
                </c:pt>
                <c:pt idx="493">
                  <c:v>113.5838</c:v>
                </c:pt>
                <c:pt idx="494">
                  <c:v>113.477</c:v>
                </c:pt>
                <c:pt idx="495">
                  <c:v>111.4281</c:v>
                </c:pt>
                <c:pt idx="496">
                  <c:v>113.88120000000001</c:v>
                </c:pt>
                <c:pt idx="497">
                  <c:v>113.9276</c:v>
                </c:pt>
                <c:pt idx="498">
                  <c:v>113.5573</c:v>
                </c:pt>
                <c:pt idx="499">
                  <c:v>111.4054</c:v>
                </c:pt>
                <c:pt idx="500">
                  <c:v>111.6396</c:v>
                </c:pt>
                <c:pt idx="501">
                  <c:v>111.09059999999999</c:v>
                </c:pt>
                <c:pt idx="502">
                  <c:v>113.06489999999999</c:v>
                </c:pt>
                <c:pt idx="503">
                  <c:v>112.6671</c:v>
                </c:pt>
                <c:pt idx="504">
                  <c:v>113.6576</c:v>
                </c:pt>
                <c:pt idx="505">
                  <c:v>113.093</c:v>
                </c:pt>
                <c:pt idx="506">
                  <c:v>112.9708</c:v>
                </c:pt>
                <c:pt idx="507">
                  <c:v>111.4087</c:v>
                </c:pt>
                <c:pt idx="508">
                  <c:v>110.2931</c:v>
                </c:pt>
                <c:pt idx="509">
                  <c:v>111.0956</c:v>
                </c:pt>
                <c:pt idx="510">
                  <c:v>108.0059</c:v>
                </c:pt>
                <c:pt idx="511">
                  <c:v>110.7413</c:v>
                </c:pt>
                <c:pt idx="512">
                  <c:v>110.34990000000001</c:v>
                </c:pt>
                <c:pt idx="513">
                  <c:v>110.54510000000001</c:v>
                </c:pt>
                <c:pt idx="514">
                  <c:v>110.4088</c:v>
                </c:pt>
                <c:pt idx="515">
                  <c:v>110.82810000000001</c:v>
                </c:pt>
                <c:pt idx="516">
                  <c:v>111.0288</c:v>
                </c:pt>
                <c:pt idx="517">
                  <c:v>110.91800000000001</c:v>
                </c:pt>
                <c:pt idx="518">
                  <c:v>110.6386</c:v>
                </c:pt>
                <c:pt idx="519">
                  <c:v>111.2273</c:v>
                </c:pt>
                <c:pt idx="520">
                  <c:v>111.2428</c:v>
                </c:pt>
                <c:pt idx="521">
                  <c:v>111.1849</c:v>
                </c:pt>
                <c:pt idx="522">
                  <c:v>111.1726</c:v>
                </c:pt>
                <c:pt idx="523">
                  <c:v>110.4241</c:v>
                </c:pt>
                <c:pt idx="524">
                  <c:v>109.9795</c:v>
                </c:pt>
                <c:pt idx="525">
                  <c:v>109.85760000000001</c:v>
                </c:pt>
                <c:pt idx="526">
                  <c:v>109.8557</c:v>
                </c:pt>
                <c:pt idx="527">
                  <c:v>109.5401</c:v>
                </c:pt>
                <c:pt idx="528">
                  <c:v>109.2512</c:v>
                </c:pt>
                <c:pt idx="529">
                  <c:v>108.6966</c:v>
                </c:pt>
                <c:pt idx="530">
                  <c:v>109.283</c:v>
                </c:pt>
                <c:pt idx="531">
                  <c:v>109.46810000000001</c:v>
                </c:pt>
                <c:pt idx="532">
                  <c:v>109.81959999999999</c:v>
                </c:pt>
                <c:pt idx="533">
                  <c:v>107.1871</c:v>
                </c:pt>
                <c:pt idx="534">
                  <c:v>107.2722</c:v>
                </c:pt>
                <c:pt idx="535">
                  <c:v>107.7226</c:v>
                </c:pt>
                <c:pt idx="536">
                  <c:v>107.98520000000001</c:v>
                </c:pt>
                <c:pt idx="537">
                  <c:v>108.7835</c:v>
                </c:pt>
                <c:pt idx="538">
                  <c:v>108.99639999999999</c:v>
                </c:pt>
                <c:pt idx="539">
                  <c:v>109.04940000000001</c:v>
                </c:pt>
                <c:pt idx="540">
                  <c:v>108.5774</c:v>
                </c:pt>
                <c:pt idx="541">
                  <c:v>108.5022</c:v>
                </c:pt>
                <c:pt idx="542">
                  <c:v>107.2928</c:v>
                </c:pt>
                <c:pt idx="543">
                  <c:v>107.03440000000001</c:v>
                </c:pt>
                <c:pt idx="544">
                  <c:v>107.34269999999999</c:v>
                </c:pt>
                <c:pt idx="545">
                  <c:v>107.55200000000001</c:v>
                </c:pt>
                <c:pt idx="546">
                  <c:v>106.9631</c:v>
                </c:pt>
                <c:pt idx="547">
                  <c:v>107.2368</c:v>
                </c:pt>
                <c:pt idx="548">
                  <c:v>106.774</c:v>
                </c:pt>
                <c:pt idx="549">
                  <c:v>106.37569999999999</c:v>
                </c:pt>
                <c:pt idx="550">
                  <c:v>106.22110000000001</c:v>
                </c:pt>
                <c:pt idx="551">
                  <c:v>106.78440000000001</c:v>
                </c:pt>
                <c:pt idx="552">
                  <c:v>107.0069</c:v>
                </c:pt>
                <c:pt idx="553">
                  <c:v>106.821</c:v>
                </c:pt>
                <c:pt idx="554">
                  <c:v>106.5562</c:v>
                </c:pt>
                <c:pt idx="555">
                  <c:v>105.8771</c:v>
                </c:pt>
                <c:pt idx="556">
                  <c:v>106.0658</c:v>
                </c:pt>
                <c:pt idx="557">
                  <c:v>106.458</c:v>
                </c:pt>
                <c:pt idx="558">
                  <c:v>106.858</c:v>
                </c:pt>
                <c:pt idx="559">
                  <c:v>106.5894</c:v>
                </c:pt>
                <c:pt idx="560">
                  <c:v>106.1709</c:v>
                </c:pt>
                <c:pt idx="561">
                  <c:v>106.3171</c:v>
                </c:pt>
                <c:pt idx="562">
                  <c:v>105.6887</c:v>
                </c:pt>
                <c:pt idx="563">
                  <c:v>104.99160000000001</c:v>
                </c:pt>
                <c:pt idx="564">
                  <c:v>105.0874</c:v>
                </c:pt>
                <c:pt idx="565">
                  <c:v>105.818</c:v>
                </c:pt>
                <c:pt idx="566">
                  <c:v>106.1288</c:v>
                </c:pt>
                <c:pt idx="567">
                  <c:v>106.22499999999999</c:v>
                </c:pt>
                <c:pt idx="568">
                  <c:v>106.735</c:v>
                </c:pt>
                <c:pt idx="569">
                  <c:v>106.792</c:v>
                </c:pt>
                <c:pt idx="570">
                  <c:v>106.13120000000001</c:v>
                </c:pt>
                <c:pt idx="571">
                  <c:v>106.50960000000001</c:v>
                </c:pt>
                <c:pt idx="572">
                  <c:v>107.196</c:v>
                </c:pt>
                <c:pt idx="573">
                  <c:v>106.87779999999999</c:v>
                </c:pt>
                <c:pt idx="574">
                  <c:v>106.7666</c:v>
                </c:pt>
                <c:pt idx="575">
                  <c:v>107.129</c:v>
                </c:pt>
                <c:pt idx="576">
                  <c:v>107.90479999999999</c:v>
                </c:pt>
                <c:pt idx="577">
                  <c:v>108.16459999999999</c:v>
                </c:pt>
                <c:pt idx="578">
                  <c:v>108.1934</c:v>
                </c:pt>
                <c:pt idx="579">
                  <c:v>108.2103</c:v>
                </c:pt>
                <c:pt idx="580">
                  <c:v>108.06619999999999</c:v>
                </c:pt>
                <c:pt idx="581">
                  <c:v>107.62949999999999</c:v>
                </c:pt>
                <c:pt idx="582">
                  <c:v>107.9054</c:v>
                </c:pt>
                <c:pt idx="583">
                  <c:v>105.96639999999999</c:v>
                </c:pt>
                <c:pt idx="584">
                  <c:v>108.3531</c:v>
                </c:pt>
                <c:pt idx="585">
                  <c:v>108.1497</c:v>
                </c:pt>
                <c:pt idx="586">
                  <c:v>108.0505</c:v>
                </c:pt>
                <c:pt idx="587">
                  <c:v>106.6392</c:v>
                </c:pt>
                <c:pt idx="588">
                  <c:v>106.4058</c:v>
                </c:pt>
                <c:pt idx="589">
                  <c:v>106.09610000000001</c:v>
                </c:pt>
                <c:pt idx="590">
                  <c:v>105.5757</c:v>
                </c:pt>
                <c:pt idx="591">
                  <c:v>106.50320000000001</c:v>
                </c:pt>
                <c:pt idx="592">
                  <c:v>106.95659999999999</c:v>
                </c:pt>
                <c:pt idx="593">
                  <c:v>106.944</c:v>
                </c:pt>
                <c:pt idx="594">
                  <c:v>107.4447</c:v>
                </c:pt>
                <c:pt idx="595">
                  <c:v>106.4778</c:v>
                </c:pt>
                <c:pt idx="596">
                  <c:v>105.7454</c:v>
                </c:pt>
                <c:pt idx="597">
                  <c:v>106.0073</c:v>
                </c:pt>
                <c:pt idx="598">
                  <c:v>105.89960000000001</c:v>
                </c:pt>
                <c:pt idx="599">
                  <c:v>105.4389</c:v>
                </c:pt>
                <c:pt idx="600">
                  <c:v>107.4426</c:v>
                </c:pt>
                <c:pt idx="601">
                  <c:v>108.52030000000001</c:v>
                </c:pt>
                <c:pt idx="602">
                  <c:v>108.52209999999999</c:v>
                </c:pt>
                <c:pt idx="603">
                  <c:v>107.8057</c:v>
                </c:pt>
                <c:pt idx="604">
                  <c:v>108.431</c:v>
                </c:pt>
                <c:pt idx="605">
                  <c:v>107.6099</c:v>
                </c:pt>
                <c:pt idx="606">
                  <c:v>105.6588</c:v>
                </c:pt>
                <c:pt idx="607">
                  <c:v>108.1238</c:v>
                </c:pt>
                <c:pt idx="608">
                  <c:v>108.2692</c:v>
                </c:pt>
                <c:pt idx="609">
                  <c:v>108.2287</c:v>
                </c:pt>
                <c:pt idx="610">
                  <c:v>108.5223</c:v>
                </c:pt>
                <c:pt idx="611">
                  <c:v>108.86069999999999</c:v>
                </c:pt>
                <c:pt idx="612">
                  <c:v>108.52500000000001</c:v>
                </c:pt>
                <c:pt idx="613">
                  <c:v>108.19880000000001</c:v>
                </c:pt>
                <c:pt idx="614">
                  <c:v>108.1234</c:v>
                </c:pt>
                <c:pt idx="615">
                  <c:v>108.65770000000001</c:v>
                </c:pt>
                <c:pt idx="616">
                  <c:v>108.56959999999999</c:v>
                </c:pt>
                <c:pt idx="617">
                  <c:v>109.1318</c:v>
                </c:pt>
                <c:pt idx="618">
                  <c:v>109.21680000000001</c:v>
                </c:pt>
                <c:pt idx="619">
                  <c:v>109.0956</c:v>
                </c:pt>
                <c:pt idx="620">
                  <c:v>109.752</c:v>
                </c:pt>
                <c:pt idx="621">
                  <c:v>109.73609999999999</c:v>
                </c:pt>
                <c:pt idx="622">
                  <c:v>109.5228</c:v>
                </c:pt>
                <c:pt idx="623">
                  <c:v>109.7235</c:v>
                </c:pt>
                <c:pt idx="624">
                  <c:v>108.9367</c:v>
                </c:pt>
                <c:pt idx="625">
                  <c:v>107.78360000000001</c:v>
                </c:pt>
                <c:pt idx="626">
                  <c:v>107.9359</c:v>
                </c:pt>
                <c:pt idx="627">
                  <c:v>107.3854</c:v>
                </c:pt>
                <c:pt idx="628">
                  <c:v>107.6837</c:v>
                </c:pt>
                <c:pt idx="629">
                  <c:v>107.8231</c:v>
                </c:pt>
                <c:pt idx="630">
                  <c:v>108.5925</c:v>
                </c:pt>
                <c:pt idx="631">
                  <c:v>108.70699999999999</c:v>
                </c:pt>
                <c:pt idx="632">
                  <c:v>108.4061</c:v>
                </c:pt>
                <c:pt idx="633">
                  <c:v>107.8964</c:v>
                </c:pt>
                <c:pt idx="634">
                  <c:v>107.8164</c:v>
                </c:pt>
                <c:pt idx="635">
                  <c:v>107.6469</c:v>
                </c:pt>
                <c:pt idx="636">
                  <c:v>107.5355</c:v>
                </c:pt>
                <c:pt idx="637">
                  <c:v>106.8073</c:v>
                </c:pt>
                <c:pt idx="638">
                  <c:v>106.96169999999999</c:v>
                </c:pt>
                <c:pt idx="639">
                  <c:v>106.2319</c:v>
                </c:pt>
                <c:pt idx="640">
                  <c:v>106.6375</c:v>
                </c:pt>
                <c:pt idx="641">
                  <c:v>106.78189999999999</c:v>
                </c:pt>
                <c:pt idx="642">
                  <c:v>106.6631</c:v>
                </c:pt>
                <c:pt idx="643">
                  <c:v>106.9692</c:v>
                </c:pt>
                <c:pt idx="644">
                  <c:v>106.9611</c:v>
                </c:pt>
                <c:pt idx="645">
                  <c:v>107.2373</c:v>
                </c:pt>
                <c:pt idx="646">
                  <c:v>107.86960000000001</c:v>
                </c:pt>
                <c:pt idx="647">
                  <c:v>108.29430000000001</c:v>
                </c:pt>
                <c:pt idx="648">
                  <c:v>108.44929999999999</c:v>
                </c:pt>
                <c:pt idx="649">
                  <c:v>108.0498</c:v>
                </c:pt>
                <c:pt idx="650">
                  <c:v>108.04300000000001</c:v>
                </c:pt>
                <c:pt idx="651">
                  <c:v>106.0839</c:v>
                </c:pt>
                <c:pt idx="652">
                  <c:v>106.8986</c:v>
                </c:pt>
                <c:pt idx="653">
                  <c:v>107.0044</c:v>
                </c:pt>
                <c:pt idx="654">
                  <c:v>107.1037</c:v>
                </c:pt>
                <c:pt idx="655">
                  <c:v>107.7478</c:v>
                </c:pt>
                <c:pt idx="656">
                  <c:v>107.6015</c:v>
                </c:pt>
                <c:pt idx="657">
                  <c:v>107.93640000000001</c:v>
                </c:pt>
                <c:pt idx="658">
                  <c:v>107.8535</c:v>
                </c:pt>
                <c:pt idx="659">
                  <c:v>108.27630000000001</c:v>
                </c:pt>
                <c:pt idx="660">
                  <c:v>108.45950000000001</c:v>
                </c:pt>
                <c:pt idx="661">
                  <c:v>108.2086</c:v>
                </c:pt>
                <c:pt idx="662">
                  <c:v>107.4695</c:v>
                </c:pt>
                <c:pt idx="663">
                  <c:v>107.9669</c:v>
                </c:pt>
                <c:pt idx="664">
                  <c:v>107.7217</c:v>
                </c:pt>
                <c:pt idx="665">
                  <c:v>108.08069999999999</c:v>
                </c:pt>
                <c:pt idx="666">
                  <c:v>108.1251</c:v>
                </c:pt>
                <c:pt idx="667">
                  <c:v>107.7281</c:v>
                </c:pt>
                <c:pt idx="668">
                  <c:v>107.7534</c:v>
                </c:pt>
                <c:pt idx="669">
                  <c:v>107.4845</c:v>
                </c:pt>
                <c:pt idx="670">
                  <c:v>109.944</c:v>
                </c:pt>
                <c:pt idx="671">
                  <c:v>110.41800000000001</c:v>
                </c:pt>
                <c:pt idx="672">
                  <c:v>110.03919999999999</c:v>
                </c:pt>
                <c:pt idx="673">
                  <c:v>110.20399999999999</c:v>
                </c:pt>
                <c:pt idx="674">
                  <c:v>110.0269</c:v>
                </c:pt>
                <c:pt idx="675">
                  <c:v>109.8028</c:v>
                </c:pt>
                <c:pt idx="676">
                  <c:v>109.876</c:v>
                </c:pt>
                <c:pt idx="677">
                  <c:v>110.3728</c:v>
                </c:pt>
                <c:pt idx="678">
                  <c:v>111.03619999999999</c:v>
                </c:pt>
                <c:pt idx="679">
                  <c:v>111.11369999999999</c:v>
                </c:pt>
                <c:pt idx="680">
                  <c:v>111.01990000000001</c:v>
                </c:pt>
                <c:pt idx="681">
                  <c:v>110.9252</c:v>
                </c:pt>
                <c:pt idx="682">
                  <c:v>111.2424</c:v>
                </c:pt>
                <c:pt idx="683">
                  <c:v>111.17870000000001</c:v>
                </c:pt>
                <c:pt idx="684">
                  <c:v>110.9726</c:v>
                </c:pt>
                <c:pt idx="685">
                  <c:v>110.4415</c:v>
                </c:pt>
                <c:pt idx="686">
                  <c:v>109.82040000000001</c:v>
                </c:pt>
                <c:pt idx="687">
                  <c:v>109.7911</c:v>
                </c:pt>
                <c:pt idx="688">
                  <c:v>109.6159</c:v>
                </c:pt>
                <c:pt idx="689">
                  <c:v>110.25660000000001</c:v>
                </c:pt>
                <c:pt idx="690">
                  <c:v>110.2336</c:v>
                </c:pt>
                <c:pt idx="691">
                  <c:v>110.6545</c:v>
                </c:pt>
                <c:pt idx="692">
                  <c:v>111.3588</c:v>
                </c:pt>
                <c:pt idx="693">
                  <c:v>109.3344</c:v>
                </c:pt>
                <c:pt idx="694">
                  <c:v>112.62730000000001</c:v>
                </c:pt>
                <c:pt idx="695">
                  <c:v>112.505</c:v>
                </c:pt>
                <c:pt idx="696">
                  <c:v>112.5141</c:v>
                </c:pt>
                <c:pt idx="697">
                  <c:v>112.8242</c:v>
                </c:pt>
                <c:pt idx="698">
                  <c:v>113.5865</c:v>
                </c:pt>
                <c:pt idx="699">
                  <c:v>113.3336</c:v>
                </c:pt>
                <c:pt idx="700">
                  <c:v>113.28360000000001</c:v>
                </c:pt>
                <c:pt idx="701">
                  <c:v>113.7941</c:v>
                </c:pt>
                <c:pt idx="702">
                  <c:v>111.73650000000001</c:v>
                </c:pt>
                <c:pt idx="703">
                  <c:v>113.79940000000001</c:v>
                </c:pt>
                <c:pt idx="704">
                  <c:v>113.5453</c:v>
                </c:pt>
                <c:pt idx="705">
                  <c:v>113.36709999999999</c:v>
                </c:pt>
                <c:pt idx="706">
                  <c:v>113.84829999999999</c:v>
                </c:pt>
                <c:pt idx="707">
                  <c:v>113.229</c:v>
                </c:pt>
                <c:pt idx="708">
                  <c:v>112.82689999999999</c:v>
                </c:pt>
                <c:pt idx="709">
                  <c:v>112.5317</c:v>
                </c:pt>
                <c:pt idx="710">
                  <c:v>112.5604</c:v>
                </c:pt>
                <c:pt idx="711">
                  <c:v>112.33320000000001</c:v>
                </c:pt>
                <c:pt idx="712">
                  <c:v>112.983</c:v>
                </c:pt>
                <c:pt idx="713">
                  <c:v>113.3314</c:v>
                </c:pt>
                <c:pt idx="714">
                  <c:v>112.9044</c:v>
                </c:pt>
                <c:pt idx="715">
                  <c:v>112.69410000000001</c:v>
                </c:pt>
                <c:pt idx="716">
                  <c:v>112.5531</c:v>
                </c:pt>
                <c:pt idx="717">
                  <c:v>115.37050000000001</c:v>
                </c:pt>
                <c:pt idx="718">
                  <c:v>114.6897</c:v>
                </c:pt>
                <c:pt idx="719">
                  <c:v>114.78279999999999</c:v>
                </c:pt>
                <c:pt idx="720">
                  <c:v>115.23090000000001</c:v>
                </c:pt>
                <c:pt idx="721">
                  <c:v>115.11920000000001</c:v>
                </c:pt>
                <c:pt idx="722">
                  <c:v>115.17919999999999</c:v>
                </c:pt>
                <c:pt idx="723">
                  <c:v>115.3944</c:v>
                </c:pt>
                <c:pt idx="724">
                  <c:v>113.3116</c:v>
                </c:pt>
                <c:pt idx="725">
                  <c:v>115.44070000000001</c:v>
                </c:pt>
                <c:pt idx="726">
                  <c:v>115.8129</c:v>
                </c:pt>
                <c:pt idx="727">
                  <c:v>114.9739</c:v>
                </c:pt>
                <c:pt idx="728">
                  <c:v>114.4547</c:v>
                </c:pt>
                <c:pt idx="729">
                  <c:v>115.32769999999999</c:v>
                </c:pt>
                <c:pt idx="730">
                  <c:v>114.5971</c:v>
                </c:pt>
                <c:pt idx="731">
                  <c:v>113.4213</c:v>
                </c:pt>
                <c:pt idx="732">
                  <c:v>113.90389999999999</c:v>
                </c:pt>
                <c:pt idx="733">
                  <c:v>113.8689</c:v>
                </c:pt>
                <c:pt idx="734">
                  <c:v>113.82250000000001</c:v>
                </c:pt>
                <c:pt idx="735">
                  <c:v>114.2782</c:v>
                </c:pt>
                <c:pt idx="736">
                  <c:v>112.8203</c:v>
                </c:pt>
                <c:pt idx="737">
                  <c:v>113.1923</c:v>
                </c:pt>
                <c:pt idx="738">
                  <c:v>111.14109999999999</c:v>
                </c:pt>
                <c:pt idx="739">
                  <c:v>112.20189999999999</c:v>
                </c:pt>
                <c:pt idx="740">
                  <c:v>112.65989999999999</c:v>
                </c:pt>
                <c:pt idx="741">
                  <c:v>113.5239</c:v>
                </c:pt>
                <c:pt idx="742">
                  <c:v>111.47199999999999</c:v>
                </c:pt>
                <c:pt idx="743">
                  <c:v>112.4046</c:v>
                </c:pt>
                <c:pt idx="744">
                  <c:v>112.1032</c:v>
                </c:pt>
                <c:pt idx="745">
                  <c:v>111.8554</c:v>
                </c:pt>
                <c:pt idx="746">
                  <c:v>112.43049999999999</c:v>
                </c:pt>
                <c:pt idx="747">
                  <c:v>111.3359</c:v>
                </c:pt>
                <c:pt idx="748">
                  <c:v>111.93219999999999</c:v>
                </c:pt>
                <c:pt idx="749">
                  <c:v>112.1859</c:v>
                </c:pt>
                <c:pt idx="750">
                  <c:v>111.9494</c:v>
                </c:pt>
                <c:pt idx="751">
                  <c:v>112.40260000000001</c:v>
                </c:pt>
                <c:pt idx="752">
                  <c:v>112.2698</c:v>
                </c:pt>
                <c:pt idx="753">
                  <c:v>112.5637</c:v>
                </c:pt>
                <c:pt idx="754">
                  <c:v>112.8479</c:v>
                </c:pt>
                <c:pt idx="755">
                  <c:v>112.68470000000001</c:v>
                </c:pt>
                <c:pt idx="756">
                  <c:v>112.1996</c:v>
                </c:pt>
                <c:pt idx="757">
                  <c:v>112.5514</c:v>
                </c:pt>
                <c:pt idx="758">
                  <c:v>110.5164</c:v>
                </c:pt>
                <c:pt idx="759">
                  <c:v>112.97580000000001</c:v>
                </c:pt>
                <c:pt idx="760">
                  <c:v>113.0729</c:v>
                </c:pt>
                <c:pt idx="761">
                  <c:v>112.52079999999999</c:v>
                </c:pt>
                <c:pt idx="762">
                  <c:v>112.54389999999999</c:v>
                </c:pt>
                <c:pt idx="763">
                  <c:v>112.3378</c:v>
                </c:pt>
                <c:pt idx="764">
                  <c:v>112.7492</c:v>
                </c:pt>
                <c:pt idx="765">
                  <c:v>113.56619999999999</c:v>
                </c:pt>
                <c:pt idx="766">
                  <c:v>114.0947</c:v>
                </c:pt>
                <c:pt idx="767">
                  <c:v>114.0613</c:v>
                </c:pt>
                <c:pt idx="768">
                  <c:v>113.8001</c:v>
                </c:pt>
                <c:pt idx="769">
                  <c:v>113.86660000000001</c:v>
                </c:pt>
                <c:pt idx="770">
                  <c:v>114.3467</c:v>
                </c:pt>
                <c:pt idx="771">
                  <c:v>114.24760000000001</c:v>
                </c:pt>
                <c:pt idx="772">
                  <c:v>113.85209999999999</c:v>
                </c:pt>
                <c:pt idx="773">
                  <c:v>113.619</c:v>
                </c:pt>
                <c:pt idx="774">
                  <c:v>113.82129999999999</c:v>
                </c:pt>
                <c:pt idx="775">
                  <c:v>113.80029999999999</c:v>
                </c:pt>
                <c:pt idx="776">
                  <c:v>112.5457</c:v>
                </c:pt>
                <c:pt idx="777">
                  <c:v>112.6074</c:v>
                </c:pt>
                <c:pt idx="778">
                  <c:v>112.5093</c:v>
                </c:pt>
                <c:pt idx="779">
                  <c:v>111.9813</c:v>
                </c:pt>
                <c:pt idx="780">
                  <c:v>111.9717</c:v>
                </c:pt>
                <c:pt idx="781">
                  <c:v>111.9778</c:v>
                </c:pt>
                <c:pt idx="782">
                  <c:v>112.0224</c:v>
                </c:pt>
                <c:pt idx="783">
                  <c:v>111.48739999999999</c:v>
                </c:pt>
                <c:pt idx="784">
                  <c:v>111.68729999999999</c:v>
                </c:pt>
                <c:pt idx="785">
                  <c:v>112.3282</c:v>
                </c:pt>
                <c:pt idx="786">
                  <c:v>112.1944</c:v>
                </c:pt>
                <c:pt idx="787">
                  <c:v>112.4021</c:v>
                </c:pt>
                <c:pt idx="788">
                  <c:v>112.8485</c:v>
                </c:pt>
                <c:pt idx="789">
                  <c:v>112.878</c:v>
                </c:pt>
                <c:pt idx="790">
                  <c:v>113.0759</c:v>
                </c:pt>
                <c:pt idx="791">
                  <c:v>113.0223</c:v>
                </c:pt>
                <c:pt idx="792">
                  <c:v>112.7251</c:v>
                </c:pt>
                <c:pt idx="793">
                  <c:v>112.6114</c:v>
                </c:pt>
                <c:pt idx="794">
                  <c:v>112.3381</c:v>
                </c:pt>
                <c:pt idx="795">
                  <c:v>112.386</c:v>
                </c:pt>
                <c:pt idx="796">
                  <c:v>112.0462</c:v>
                </c:pt>
                <c:pt idx="797">
                  <c:v>111.9147</c:v>
                </c:pt>
                <c:pt idx="798">
                  <c:v>112.2109</c:v>
                </c:pt>
                <c:pt idx="799">
                  <c:v>111.995</c:v>
                </c:pt>
                <c:pt idx="800">
                  <c:v>112.3409</c:v>
                </c:pt>
                <c:pt idx="801">
                  <c:v>111.8154</c:v>
                </c:pt>
                <c:pt idx="802">
                  <c:v>111.735</c:v>
                </c:pt>
                <c:pt idx="803">
                  <c:v>112.0924</c:v>
                </c:pt>
                <c:pt idx="804">
                  <c:v>112.1998</c:v>
                </c:pt>
                <c:pt idx="805">
                  <c:v>112.0722</c:v>
                </c:pt>
                <c:pt idx="806">
                  <c:v>112.23139999999999</c:v>
                </c:pt>
                <c:pt idx="807">
                  <c:v>112.17910000000001</c:v>
                </c:pt>
                <c:pt idx="808">
                  <c:v>112.1456</c:v>
                </c:pt>
                <c:pt idx="809">
                  <c:v>111.8634</c:v>
                </c:pt>
                <c:pt idx="810">
                  <c:v>112.2787</c:v>
                </c:pt>
                <c:pt idx="811">
                  <c:v>112.75579999999999</c:v>
                </c:pt>
                <c:pt idx="812">
                  <c:v>112.5951</c:v>
                </c:pt>
                <c:pt idx="813">
                  <c:v>112.7069</c:v>
                </c:pt>
                <c:pt idx="814">
                  <c:v>112.4312</c:v>
                </c:pt>
                <c:pt idx="815">
                  <c:v>112.0167</c:v>
                </c:pt>
                <c:pt idx="816">
                  <c:v>111.4294</c:v>
                </c:pt>
                <c:pt idx="817">
                  <c:v>110.8908</c:v>
                </c:pt>
                <c:pt idx="818">
                  <c:v>110.7563</c:v>
                </c:pt>
                <c:pt idx="819">
                  <c:v>110.43389999999999</c:v>
                </c:pt>
                <c:pt idx="820">
                  <c:v>110.1237</c:v>
                </c:pt>
                <c:pt idx="821">
                  <c:v>110.325</c:v>
                </c:pt>
                <c:pt idx="822">
                  <c:v>110.44840000000001</c:v>
                </c:pt>
                <c:pt idx="823">
                  <c:v>110.196</c:v>
                </c:pt>
                <c:pt idx="824">
                  <c:v>110.503</c:v>
                </c:pt>
                <c:pt idx="825">
                  <c:v>110.12990000000001</c:v>
                </c:pt>
                <c:pt idx="826">
                  <c:v>110.3018</c:v>
                </c:pt>
                <c:pt idx="827">
                  <c:v>109.9618</c:v>
                </c:pt>
                <c:pt idx="828">
                  <c:v>109.9675</c:v>
                </c:pt>
                <c:pt idx="829">
                  <c:v>109.6648</c:v>
                </c:pt>
                <c:pt idx="830">
                  <c:v>109.9153</c:v>
                </c:pt>
                <c:pt idx="831">
                  <c:v>110.0339</c:v>
                </c:pt>
                <c:pt idx="832">
                  <c:v>110.27549999999999</c:v>
                </c:pt>
                <c:pt idx="833">
                  <c:v>110.20350000000001</c:v>
                </c:pt>
                <c:pt idx="834">
                  <c:v>109.7045</c:v>
                </c:pt>
                <c:pt idx="835">
                  <c:v>109.0855</c:v>
                </c:pt>
                <c:pt idx="836">
                  <c:v>110.0694</c:v>
                </c:pt>
                <c:pt idx="837">
                  <c:v>109.77679999999999</c:v>
                </c:pt>
                <c:pt idx="838">
                  <c:v>109.94110000000001</c:v>
                </c:pt>
                <c:pt idx="839">
                  <c:v>110.386</c:v>
                </c:pt>
                <c:pt idx="840">
                  <c:v>110.417</c:v>
                </c:pt>
                <c:pt idx="841">
                  <c:v>110.16679999999999</c:v>
                </c:pt>
                <c:pt idx="842">
                  <c:v>109.9268</c:v>
                </c:pt>
                <c:pt idx="843">
                  <c:v>109.873</c:v>
                </c:pt>
                <c:pt idx="844">
                  <c:v>109.3725</c:v>
                </c:pt>
                <c:pt idx="845">
                  <c:v>108.6156</c:v>
                </c:pt>
                <c:pt idx="846">
                  <c:v>108.2557</c:v>
                </c:pt>
                <c:pt idx="847">
                  <c:v>108.22799999999999</c:v>
                </c:pt>
                <c:pt idx="848">
                  <c:v>108.6306</c:v>
                </c:pt>
                <c:pt idx="849">
                  <c:v>106.67</c:v>
                </c:pt>
                <c:pt idx="850">
                  <c:v>108.7843</c:v>
                </c:pt>
                <c:pt idx="851">
                  <c:v>108.3271</c:v>
                </c:pt>
                <c:pt idx="852">
                  <c:v>108.40730000000001</c:v>
                </c:pt>
                <c:pt idx="853">
                  <c:v>108.4405</c:v>
                </c:pt>
                <c:pt idx="854">
                  <c:v>108.45229999999999</c:v>
                </c:pt>
                <c:pt idx="855">
                  <c:v>107.95910000000001</c:v>
                </c:pt>
                <c:pt idx="856">
                  <c:v>107.9735</c:v>
                </c:pt>
                <c:pt idx="857">
                  <c:v>107.23909999999999</c:v>
                </c:pt>
                <c:pt idx="858">
                  <c:v>107.2283</c:v>
                </c:pt>
                <c:pt idx="859">
                  <c:v>106.6281</c:v>
                </c:pt>
                <c:pt idx="860">
                  <c:v>106.64149999999999</c:v>
                </c:pt>
                <c:pt idx="861">
                  <c:v>106.227</c:v>
                </c:pt>
                <c:pt idx="862">
                  <c:v>106.00790000000001</c:v>
                </c:pt>
                <c:pt idx="863">
                  <c:v>105.9106</c:v>
                </c:pt>
                <c:pt idx="864">
                  <c:v>105.90130000000001</c:v>
                </c:pt>
                <c:pt idx="865">
                  <c:v>106.1022</c:v>
                </c:pt>
                <c:pt idx="866">
                  <c:v>106.02979999999999</c:v>
                </c:pt>
                <c:pt idx="867">
                  <c:v>105.31610000000001</c:v>
                </c:pt>
                <c:pt idx="868">
                  <c:v>105.0471</c:v>
                </c:pt>
                <c:pt idx="869">
                  <c:v>105.2556</c:v>
                </c:pt>
                <c:pt idx="870">
                  <c:v>105.0522</c:v>
                </c:pt>
                <c:pt idx="871">
                  <c:v>105.09180000000001</c:v>
                </c:pt>
                <c:pt idx="872">
                  <c:v>105.91289999999999</c:v>
                </c:pt>
                <c:pt idx="873">
                  <c:v>105.9259</c:v>
                </c:pt>
                <c:pt idx="874">
                  <c:v>106.1591</c:v>
                </c:pt>
                <c:pt idx="875">
                  <c:v>106.02630000000001</c:v>
                </c:pt>
                <c:pt idx="876">
                  <c:v>105.9208</c:v>
                </c:pt>
                <c:pt idx="877">
                  <c:v>105.61450000000001</c:v>
                </c:pt>
                <c:pt idx="878">
                  <c:v>105.8462</c:v>
                </c:pt>
                <c:pt idx="879">
                  <c:v>106.3642</c:v>
                </c:pt>
                <c:pt idx="880">
                  <c:v>106.4387</c:v>
                </c:pt>
                <c:pt idx="881">
                  <c:v>105.96380000000001</c:v>
                </c:pt>
                <c:pt idx="882">
                  <c:v>105.7347</c:v>
                </c:pt>
                <c:pt idx="883">
                  <c:v>105.3934</c:v>
                </c:pt>
                <c:pt idx="884">
                  <c:v>105.67059999999999</c:v>
                </c:pt>
                <c:pt idx="885">
                  <c:v>105.5437</c:v>
                </c:pt>
                <c:pt idx="886">
                  <c:v>105.46810000000001</c:v>
                </c:pt>
                <c:pt idx="887">
                  <c:v>105.0003</c:v>
                </c:pt>
                <c:pt idx="888">
                  <c:v>104.5834</c:v>
                </c:pt>
                <c:pt idx="889">
                  <c:v>104.37520000000001</c:v>
                </c:pt>
                <c:pt idx="890">
                  <c:v>105.1639</c:v>
                </c:pt>
                <c:pt idx="891">
                  <c:v>105.08620000000001</c:v>
                </c:pt>
                <c:pt idx="892">
                  <c:v>104.7289</c:v>
                </c:pt>
                <c:pt idx="893">
                  <c:v>102.8214</c:v>
                </c:pt>
                <c:pt idx="894">
                  <c:v>104.3523</c:v>
                </c:pt>
                <c:pt idx="895">
                  <c:v>103.797</c:v>
                </c:pt>
                <c:pt idx="896">
                  <c:v>103.21769999999999</c:v>
                </c:pt>
                <c:pt idx="897">
                  <c:v>102.96559999999999</c:v>
                </c:pt>
                <c:pt idx="898">
                  <c:v>103.5022</c:v>
                </c:pt>
                <c:pt idx="899">
                  <c:v>103.58669999999999</c:v>
                </c:pt>
                <c:pt idx="900">
                  <c:v>104.0911</c:v>
                </c:pt>
                <c:pt idx="901">
                  <c:v>104.0361</c:v>
                </c:pt>
                <c:pt idx="902">
                  <c:v>103.548</c:v>
                </c:pt>
                <c:pt idx="903">
                  <c:v>103.9269</c:v>
                </c:pt>
                <c:pt idx="904">
                  <c:v>103.8138</c:v>
                </c:pt>
                <c:pt idx="905">
                  <c:v>103.6979</c:v>
                </c:pt>
                <c:pt idx="906">
                  <c:v>104.2015</c:v>
                </c:pt>
                <c:pt idx="907">
                  <c:v>104.0581</c:v>
                </c:pt>
                <c:pt idx="908">
                  <c:v>104.5887</c:v>
                </c:pt>
                <c:pt idx="909">
                  <c:v>105.0814</c:v>
                </c:pt>
                <c:pt idx="910">
                  <c:v>105.343</c:v>
                </c:pt>
                <c:pt idx="911">
                  <c:v>105.3614</c:v>
                </c:pt>
                <c:pt idx="912">
                  <c:v>105.3302</c:v>
                </c:pt>
                <c:pt idx="913">
                  <c:v>104.1446</c:v>
                </c:pt>
                <c:pt idx="914">
                  <c:v>105.4736</c:v>
                </c:pt>
                <c:pt idx="915">
                  <c:v>105.3858</c:v>
                </c:pt>
                <c:pt idx="916">
                  <c:v>105.35420000000001</c:v>
                </c:pt>
                <c:pt idx="917">
                  <c:v>105.2208</c:v>
                </c:pt>
                <c:pt idx="918">
                  <c:v>105.3939</c:v>
                </c:pt>
                <c:pt idx="919">
                  <c:v>105.8959</c:v>
                </c:pt>
                <c:pt idx="920">
                  <c:v>105.6816</c:v>
                </c:pt>
                <c:pt idx="921">
                  <c:v>105.38</c:v>
                </c:pt>
                <c:pt idx="922">
                  <c:v>106.14279999999999</c:v>
                </c:pt>
                <c:pt idx="923">
                  <c:v>106.247</c:v>
                </c:pt>
                <c:pt idx="924">
                  <c:v>106.4008</c:v>
                </c:pt>
                <c:pt idx="925">
                  <c:v>106.498</c:v>
                </c:pt>
                <c:pt idx="926">
                  <c:v>107.0232</c:v>
                </c:pt>
                <c:pt idx="927">
                  <c:v>107.68640000000001</c:v>
                </c:pt>
                <c:pt idx="928">
                  <c:v>107.2688</c:v>
                </c:pt>
                <c:pt idx="929">
                  <c:v>107.3019</c:v>
                </c:pt>
                <c:pt idx="930">
                  <c:v>107.5009</c:v>
                </c:pt>
                <c:pt idx="931">
                  <c:v>107.2186</c:v>
                </c:pt>
                <c:pt idx="932">
                  <c:v>107.42829999999999</c:v>
                </c:pt>
                <c:pt idx="933">
                  <c:v>107.28270000000001</c:v>
                </c:pt>
                <c:pt idx="934">
                  <c:v>107.4965</c:v>
                </c:pt>
                <c:pt idx="935">
                  <c:v>107.2821</c:v>
                </c:pt>
                <c:pt idx="936">
                  <c:v>106.9294</c:v>
                </c:pt>
                <c:pt idx="937">
                  <c:v>104.9902</c:v>
                </c:pt>
                <c:pt idx="938">
                  <c:v>107.0889</c:v>
                </c:pt>
                <c:pt idx="939">
                  <c:v>106.6271</c:v>
                </c:pt>
                <c:pt idx="940">
                  <c:v>106.5866</c:v>
                </c:pt>
                <c:pt idx="941">
                  <c:v>106.496</c:v>
                </c:pt>
                <c:pt idx="942">
                  <c:v>106.3715</c:v>
                </c:pt>
                <c:pt idx="943">
                  <c:v>106.6784</c:v>
                </c:pt>
                <c:pt idx="944">
                  <c:v>106.59520000000001</c:v>
                </c:pt>
                <c:pt idx="945">
                  <c:v>106.12139999999999</c:v>
                </c:pt>
                <c:pt idx="946">
                  <c:v>104.197</c:v>
                </c:pt>
                <c:pt idx="947">
                  <c:v>105.4603</c:v>
                </c:pt>
                <c:pt idx="948">
                  <c:v>105.59180000000001</c:v>
                </c:pt>
                <c:pt idx="949">
                  <c:v>105.9629</c:v>
                </c:pt>
                <c:pt idx="950">
                  <c:v>106.0608</c:v>
                </c:pt>
                <c:pt idx="951">
                  <c:v>106.0121</c:v>
                </c:pt>
                <c:pt idx="952">
                  <c:v>105.4393</c:v>
                </c:pt>
                <c:pt idx="953">
                  <c:v>105.8548</c:v>
                </c:pt>
                <c:pt idx="954">
                  <c:v>105.9409</c:v>
                </c:pt>
                <c:pt idx="955">
                  <c:v>106.33029999999999</c:v>
                </c:pt>
                <c:pt idx="956">
                  <c:v>106.4611</c:v>
                </c:pt>
                <c:pt idx="957">
                  <c:v>106.8168</c:v>
                </c:pt>
                <c:pt idx="958">
                  <c:v>106.57389999999999</c:v>
                </c:pt>
                <c:pt idx="959">
                  <c:v>107.00620000000001</c:v>
                </c:pt>
                <c:pt idx="960">
                  <c:v>106.717</c:v>
                </c:pt>
                <c:pt idx="961">
                  <c:v>106.43859999999999</c:v>
                </c:pt>
                <c:pt idx="962">
                  <c:v>106.5776</c:v>
                </c:pt>
                <c:pt idx="963">
                  <c:v>106.3518</c:v>
                </c:pt>
                <c:pt idx="964">
                  <c:v>106.5099</c:v>
                </c:pt>
                <c:pt idx="965">
                  <c:v>106.1622</c:v>
                </c:pt>
                <c:pt idx="966">
                  <c:v>105.9495</c:v>
                </c:pt>
                <c:pt idx="967">
                  <c:v>106.1097</c:v>
                </c:pt>
                <c:pt idx="968">
                  <c:v>104.18859999999999</c:v>
                </c:pt>
                <c:pt idx="969">
                  <c:v>105.85129999999999</c:v>
                </c:pt>
                <c:pt idx="970">
                  <c:v>105.57769999999999</c:v>
                </c:pt>
                <c:pt idx="971">
                  <c:v>105.108</c:v>
                </c:pt>
                <c:pt idx="972">
                  <c:v>104.5852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AA-FB41-B94C-06A0C0E76E9C}"/>
            </c:ext>
          </c:extLst>
        </c:ser>
        <c:ser>
          <c:idx val="2"/>
          <c:order val="2"/>
          <c:tx>
            <c:strRef>
              <c:f>data!$D$1</c:f>
              <c:strCache>
                <c:ptCount val="1"/>
                <c:pt idx="0">
                  <c:v>  CFETS Index</c:v>
                </c:pt>
              </c:strCache>
            </c:strRef>
          </c:tx>
          <c:spPr>
            <a:ln w="3810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data!$A$2:$A$974</c:f>
              <c:strCache>
                <c:ptCount val="973"/>
                <c:pt idx="0">
                  <c:v>1/2/2014</c:v>
                </c:pt>
                <c:pt idx="1">
                  <c:v>1/3/2014</c:v>
                </c:pt>
                <c:pt idx="2">
                  <c:v>1/6/2014</c:v>
                </c:pt>
                <c:pt idx="3">
                  <c:v>1/7/2014</c:v>
                </c:pt>
                <c:pt idx="4">
                  <c:v>1/8/2014</c:v>
                </c:pt>
                <c:pt idx="5">
                  <c:v>1/9/2014</c:v>
                </c:pt>
                <c:pt idx="6">
                  <c:v>1/10/2014</c:v>
                </c:pt>
                <c:pt idx="7">
                  <c:v>1/13/2014</c:v>
                </c:pt>
                <c:pt idx="8">
                  <c:v>1/14/2014</c:v>
                </c:pt>
                <c:pt idx="9">
                  <c:v>1/15/2014</c:v>
                </c:pt>
                <c:pt idx="10">
                  <c:v>1/16/2014</c:v>
                </c:pt>
                <c:pt idx="11">
                  <c:v>1/17/2014</c:v>
                </c:pt>
                <c:pt idx="12">
                  <c:v>1/20/2014</c:v>
                </c:pt>
                <c:pt idx="13">
                  <c:v>1/21/2014</c:v>
                </c:pt>
                <c:pt idx="14">
                  <c:v>1/22/2014</c:v>
                </c:pt>
                <c:pt idx="15">
                  <c:v>1/23/2014</c:v>
                </c:pt>
                <c:pt idx="16">
                  <c:v>1/24/2014</c:v>
                </c:pt>
                <c:pt idx="17">
                  <c:v>1/27/2014</c:v>
                </c:pt>
                <c:pt idx="18">
                  <c:v>1/28/2014</c:v>
                </c:pt>
                <c:pt idx="19">
                  <c:v>1/29/2014</c:v>
                </c:pt>
                <c:pt idx="20">
                  <c:v>1/30/2014</c:v>
                </c:pt>
                <c:pt idx="21">
                  <c:v>2/7/2014</c:v>
                </c:pt>
                <c:pt idx="22">
                  <c:v>2/10/2014</c:v>
                </c:pt>
                <c:pt idx="23">
                  <c:v>2/11/2014</c:v>
                </c:pt>
                <c:pt idx="24">
                  <c:v>2/12/2014</c:v>
                </c:pt>
                <c:pt idx="25">
                  <c:v>2/13/2014</c:v>
                </c:pt>
                <c:pt idx="26">
                  <c:v>2/14/2014</c:v>
                </c:pt>
                <c:pt idx="27">
                  <c:v>2/17/2014</c:v>
                </c:pt>
                <c:pt idx="28">
                  <c:v>2/18/2014</c:v>
                </c:pt>
                <c:pt idx="29">
                  <c:v>2/19/2014</c:v>
                </c:pt>
                <c:pt idx="30">
                  <c:v>2/20/2014</c:v>
                </c:pt>
                <c:pt idx="31">
                  <c:v>2/21/2014</c:v>
                </c:pt>
                <c:pt idx="32">
                  <c:v>2/24/2014</c:v>
                </c:pt>
                <c:pt idx="33">
                  <c:v>2/25/2014</c:v>
                </c:pt>
                <c:pt idx="34">
                  <c:v>2/26/2014</c:v>
                </c:pt>
                <c:pt idx="35">
                  <c:v>2/27/2014</c:v>
                </c:pt>
                <c:pt idx="36">
                  <c:v>2/28/2014</c:v>
                </c:pt>
                <c:pt idx="37">
                  <c:v>3/3/2014</c:v>
                </c:pt>
                <c:pt idx="38">
                  <c:v>3/4/2014</c:v>
                </c:pt>
                <c:pt idx="39">
                  <c:v>3/5/2014</c:v>
                </c:pt>
                <c:pt idx="40">
                  <c:v>3/6/2014</c:v>
                </c:pt>
                <c:pt idx="41">
                  <c:v>3/7/2014</c:v>
                </c:pt>
                <c:pt idx="42">
                  <c:v>3/10/2014</c:v>
                </c:pt>
                <c:pt idx="43">
                  <c:v>3/11/2014</c:v>
                </c:pt>
                <c:pt idx="44">
                  <c:v>3/12/2014</c:v>
                </c:pt>
                <c:pt idx="45">
                  <c:v>3/13/2014</c:v>
                </c:pt>
                <c:pt idx="46">
                  <c:v>3/14/2014</c:v>
                </c:pt>
                <c:pt idx="47">
                  <c:v>3/17/2014</c:v>
                </c:pt>
                <c:pt idx="48">
                  <c:v>3/18/2014</c:v>
                </c:pt>
                <c:pt idx="49">
                  <c:v>3/19/2014</c:v>
                </c:pt>
                <c:pt idx="50">
                  <c:v>3/20/2014</c:v>
                </c:pt>
                <c:pt idx="51">
                  <c:v>3/21/2014</c:v>
                </c:pt>
                <c:pt idx="52">
                  <c:v>3/24/2014</c:v>
                </c:pt>
                <c:pt idx="53">
                  <c:v>3/25/2014</c:v>
                </c:pt>
                <c:pt idx="54">
                  <c:v>3/26/2014</c:v>
                </c:pt>
                <c:pt idx="55">
                  <c:v>3/27/2014</c:v>
                </c:pt>
                <c:pt idx="56">
                  <c:v>3/28/2014</c:v>
                </c:pt>
                <c:pt idx="57">
                  <c:v>3/31/2014</c:v>
                </c:pt>
                <c:pt idx="58">
                  <c:v>4/1/2014</c:v>
                </c:pt>
                <c:pt idx="59">
                  <c:v>4/2/2014</c:v>
                </c:pt>
                <c:pt idx="60">
                  <c:v>4/3/2014</c:v>
                </c:pt>
                <c:pt idx="61">
                  <c:v>4/4/2014</c:v>
                </c:pt>
                <c:pt idx="62">
                  <c:v>4/8/2014</c:v>
                </c:pt>
                <c:pt idx="63">
                  <c:v>4/9/2014</c:v>
                </c:pt>
                <c:pt idx="64">
                  <c:v>4/10/2014</c:v>
                </c:pt>
                <c:pt idx="65">
                  <c:v>4/11/2014</c:v>
                </c:pt>
                <c:pt idx="66">
                  <c:v>4/14/2014</c:v>
                </c:pt>
                <c:pt idx="67">
                  <c:v>4/15/2014</c:v>
                </c:pt>
                <c:pt idx="68">
                  <c:v>4/16/2014</c:v>
                </c:pt>
                <c:pt idx="69">
                  <c:v>4/17/2014</c:v>
                </c:pt>
                <c:pt idx="70">
                  <c:v>4/18/2014</c:v>
                </c:pt>
                <c:pt idx="71">
                  <c:v>4/21/2014</c:v>
                </c:pt>
                <c:pt idx="72">
                  <c:v>4/22/2014</c:v>
                </c:pt>
                <c:pt idx="73">
                  <c:v>4/23/2014</c:v>
                </c:pt>
                <c:pt idx="74">
                  <c:v>4/24/2014</c:v>
                </c:pt>
                <c:pt idx="75">
                  <c:v>4/25/2014</c:v>
                </c:pt>
                <c:pt idx="76">
                  <c:v>4/28/2014</c:v>
                </c:pt>
                <c:pt idx="77">
                  <c:v>4/29/2014</c:v>
                </c:pt>
                <c:pt idx="78">
                  <c:v>4/30/2014</c:v>
                </c:pt>
                <c:pt idx="79">
                  <c:v>5/5/2014</c:v>
                </c:pt>
                <c:pt idx="80">
                  <c:v>5/6/2014</c:v>
                </c:pt>
                <c:pt idx="81">
                  <c:v>5/7/2014</c:v>
                </c:pt>
                <c:pt idx="82">
                  <c:v>5/8/2014</c:v>
                </c:pt>
                <c:pt idx="83">
                  <c:v>5/9/2014</c:v>
                </c:pt>
                <c:pt idx="84">
                  <c:v>5/12/2014</c:v>
                </c:pt>
                <c:pt idx="85">
                  <c:v>5/13/2014</c:v>
                </c:pt>
                <c:pt idx="86">
                  <c:v>5/14/2014</c:v>
                </c:pt>
                <c:pt idx="87">
                  <c:v>5/15/2014</c:v>
                </c:pt>
                <c:pt idx="88">
                  <c:v>5/16/2014</c:v>
                </c:pt>
                <c:pt idx="89">
                  <c:v>5/19/2014</c:v>
                </c:pt>
                <c:pt idx="90">
                  <c:v>5/20/2014</c:v>
                </c:pt>
                <c:pt idx="91">
                  <c:v>5/21/2014</c:v>
                </c:pt>
                <c:pt idx="92">
                  <c:v>5/22/2014</c:v>
                </c:pt>
                <c:pt idx="93">
                  <c:v>5/23/2014</c:v>
                </c:pt>
                <c:pt idx="94">
                  <c:v>5/26/2014</c:v>
                </c:pt>
                <c:pt idx="95">
                  <c:v>5/27/2014</c:v>
                </c:pt>
                <c:pt idx="96">
                  <c:v>5/28/2014</c:v>
                </c:pt>
                <c:pt idx="97">
                  <c:v>5/29/2014</c:v>
                </c:pt>
                <c:pt idx="98">
                  <c:v>5/30/2014</c:v>
                </c:pt>
                <c:pt idx="99">
                  <c:v>6/3/2014</c:v>
                </c:pt>
                <c:pt idx="100">
                  <c:v>6/4/2014</c:v>
                </c:pt>
                <c:pt idx="101">
                  <c:v>6/5/2014</c:v>
                </c:pt>
                <c:pt idx="102">
                  <c:v>6/6/2014</c:v>
                </c:pt>
                <c:pt idx="103">
                  <c:v>6/9/2014</c:v>
                </c:pt>
                <c:pt idx="104">
                  <c:v>6/10/2014</c:v>
                </c:pt>
                <c:pt idx="105">
                  <c:v>6/11/2014</c:v>
                </c:pt>
                <c:pt idx="106">
                  <c:v>6/12/2014</c:v>
                </c:pt>
                <c:pt idx="107">
                  <c:v>6/13/2014</c:v>
                </c:pt>
                <c:pt idx="108">
                  <c:v>6/16/2014</c:v>
                </c:pt>
                <c:pt idx="109">
                  <c:v>6/17/2014</c:v>
                </c:pt>
                <c:pt idx="110">
                  <c:v>6/18/2014</c:v>
                </c:pt>
                <c:pt idx="111">
                  <c:v>6/19/2014</c:v>
                </c:pt>
                <c:pt idx="112">
                  <c:v>6/20/2014</c:v>
                </c:pt>
                <c:pt idx="113">
                  <c:v>6/23/2014</c:v>
                </c:pt>
                <c:pt idx="114">
                  <c:v>6/24/2014</c:v>
                </c:pt>
                <c:pt idx="115">
                  <c:v>6/25/2014</c:v>
                </c:pt>
                <c:pt idx="116">
                  <c:v>6/26/2014</c:v>
                </c:pt>
                <c:pt idx="117">
                  <c:v>6/27/2014</c:v>
                </c:pt>
                <c:pt idx="118">
                  <c:v>6/30/2014</c:v>
                </c:pt>
                <c:pt idx="119">
                  <c:v>7/1/2014</c:v>
                </c:pt>
                <c:pt idx="120">
                  <c:v>7/2/2014</c:v>
                </c:pt>
                <c:pt idx="121">
                  <c:v>7/3/2014</c:v>
                </c:pt>
                <c:pt idx="122">
                  <c:v>7/4/2014</c:v>
                </c:pt>
                <c:pt idx="123">
                  <c:v>7/7/2014</c:v>
                </c:pt>
                <c:pt idx="124">
                  <c:v>7/8/2014</c:v>
                </c:pt>
                <c:pt idx="125">
                  <c:v>7/9/2014</c:v>
                </c:pt>
                <c:pt idx="126">
                  <c:v>7/10/2014</c:v>
                </c:pt>
                <c:pt idx="127">
                  <c:v>7/11/2014</c:v>
                </c:pt>
                <c:pt idx="128">
                  <c:v>7/14/2014</c:v>
                </c:pt>
                <c:pt idx="129">
                  <c:v>7/15/2014</c:v>
                </c:pt>
                <c:pt idx="130">
                  <c:v>7/16/2014</c:v>
                </c:pt>
                <c:pt idx="131">
                  <c:v>7/17/2014</c:v>
                </c:pt>
                <c:pt idx="132">
                  <c:v>7/18/2014</c:v>
                </c:pt>
                <c:pt idx="133">
                  <c:v>7/21/2014</c:v>
                </c:pt>
                <c:pt idx="134">
                  <c:v>7/22/2014</c:v>
                </c:pt>
                <c:pt idx="135">
                  <c:v>7/23/2014</c:v>
                </c:pt>
                <c:pt idx="136">
                  <c:v>7/24/2014</c:v>
                </c:pt>
                <c:pt idx="137">
                  <c:v>7/25/2014</c:v>
                </c:pt>
                <c:pt idx="138">
                  <c:v>7/28/2014</c:v>
                </c:pt>
                <c:pt idx="139">
                  <c:v>7/29/2014</c:v>
                </c:pt>
                <c:pt idx="140">
                  <c:v>7/30/2014</c:v>
                </c:pt>
                <c:pt idx="141">
                  <c:v>7/31/2014</c:v>
                </c:pt>
                <c:pt idx="142">
                  <c:v>8/1/2014</c:v>
                </c:pt>
                <c:pt idx="143">
                  <c:v>8/4/2014</c:v>
                </c:pt>
                <c:pt idx="144">
                  <c:v>8/5/2014</c:v>
                </c:pt>
                <c:pt idx="145">
                  <c:v>8/6/2014</c:v>
                </c:pt>
                <c:pt idx="146">
                  <c:v>8/7/2014</c:v>
                </c:pt>
                <c:pt idx="147">
                  <c:v>8/8/2014</c:v>
                </c:pt>
                <c:pt idx="148">
                  <c:v>8/11/2014</c:v>
                </c:pt>
                <c:pt idx="149">
                  <c:v>8/12/2014</c:v>
                </c:pt>
                <c:pt idx="150">
                  <c:v>8/13/2014</c:v>
                </c:pt>
                <c:pt idx="151">
                  <c:v>8/14/2014</c:v>
                </c:pt>
                <c:pt idx="152">
                  <c:v>8/15/2014</c:v>
                </c:pt>
                <c:pt idx="153">
                  <c:v>8/18/2014</c:v>
                </c:pt>
                <c:pt idx="154">
                  <c:v>8/19/2014</c:v>
                </c:pt>
                <c:pt idx="155">
                  <c:v>8/20/2014</c:v>
                </c:pt>
                <c:pt idx="156">
                  <c:v>8/21/2014</c:v>
                </c:pt>
                <c:pt idx="157">
                  <c:v>8/22/2014</c:v>
                </c:pt>
                <c:pt idx="158">
                  <c:v>8/25/2014</c:v>
                </c:pt>
                <c:pt idx="159">
                  <c:v>8/26/2014</c:v>
                </c:pt>
                <c:pt idx="160">
                  <c:v>8/27/2014</c:v>
                </c:pt>
                <c:pt idx="161">
                  <c:v>8/28/2014</c:v>
                </c:pt>
                <c:pt idx="162">
                  <c:v>8/29/2014</c:v>
                </c:pt>
                <c:pt idx="163">
                  <c:v>9/1/2014</c:v>
                </c:pt>
                <c:pt idx="164">
                  <c:v>9/2/2014</c:v>
                </c:pt>
                <c:pt idx="165">
                  <c:v>9/3/2014</c:v>
                </c:pt>
                <c:pt idx="166">
                  <c:v>9/4/2014</c:v>
                </c:pt>
                <c:pt idx="167">
                  <c:v>9/5/2014</c:v>
                </c:pt>
                <c:pt idx="168">
                  <c:v>9/9/2014</c:v>
                </c:pt>
                <c:pt idx="169">
                  <c:v>9/10/2014</c:v>
                </c:pt>
                <c:pt idx="170">
                  <c:v>9/11/2014</c:v>
                </c:pt>
                <c:pt idx="171">
                  <c:v>9/12/2014</c:v>
                </c:pt>
                <c:pt idx="172">
                  <c:v>9/15/2014</c:v>
                </c:pt>
                <c:pt idx="173">
                  <c:v>9/16/2014</c:v>
                </c:pt>
                <c:pt idx="174">
                  <c:v>9/17/2014</c:v>
                </c:pt>
                <c:pt idx="175">
                  <c:v>9/18/2014</c:v>
                </c:pt>
                <c:pt idx="176">
                  <c:v>9/19/2014</c:v>
                </c:pt>
                <c:pt idx="177">
                  <c:v>9/22/2014</c:v>
                </c:pt>
                <c:pt idx="178">
                  <c:v>9/23/2014</c:v>
                </c:pt>
                <c:pt idx="179">
                  <c:v>9/24/2014</c:v>
                </c:pt>
                <c:pt idx="180">
                  <c:v>9/25/2014</c:v>
                </c:pt>
                <c:pt idx="181">
                  <c:v>9/26/2014</c:v>
                </c:pt>
                <c:pt idx="182">
                  <c:v>9/29/2014</c:v>
                </c:pt>
                <c:pt idx="183">
                  <c:v>9/30/2014</c:v>
                </c:pt>
                <c:pt idx="184">
                  <c:v>10/8/2014</c:v>
                </c:pt>
                <c:pt idx="185">
                  <c:v>10/9/2014</c:v>
                </c:pt>
                <c:pt idx="186">
                  <c:v>10/10/2014</c:v>
                </c:pt>
                <c:pt idx="187">
                  <c:v>10/13/2014</c:v>
                </c:pt>
                <c:pt idx="188">
                  <c:v>10/14/2014</c:v>
                </c:pt>
                <c:pt idx="189">
                  <c:v>10/15/2014</c:v>
                </c:pt>
                <c:pt idx="190">
                  <c:v>10/16/2014</c:v>
                </c:pt>
                <c:pt idx="191">
                  <c:v>10/17/2014</c:v>
                </c:pt>
                <c:pt idx="192">
                  <c:v>10/20/2014</c:v>
                </c:pt>
                <c:pt idx="193">
                  <c:v>10/21/2014</c:v>
                </c:pt>
                <c:pt idx="194">
                  <c:v>10/22/2014</c:v>
                </c:pt>
                <c:pt idx="195">
                  <c:v>10/23/2014</c:v>
                </c:pt>
                <c:pt idx="196">
                  <c:v>10/24/2014</c:v>
                </c:pt>
                <c:pt idx="197">
                  <c:v>10/27/2014</c:v>
                </c:pt>
                <c:pt idx="198">
                  <c:v>10/28/2014</c:v>
                </c:pt>
                <c:pt idx="199">
                  <c:v>10/29/2014</c:v>
                </c:pt>
                <c:pt idx="200">
                  <c:v>10/30/2014</c:v>
                </c:pt>
                <c:pt idx="201">
                  <c:v>10/31/2014</c:v>
                </c:pt>
                <c:pt idx="202">
                  <c:v>11/3/2014</c:v>
                </c:pt>
                <c:pt idx="203">
                  <c:v>11/4/2014</c:v>
                </c:pt>
                <c:pt idx="204">
                  <c:v>11/5/2014</c:v>
                </c:pt>
                <c:pt idx="205">
                  <c:v>11/6/2014</c:v>
                </c:pt>
                <c:pt idx="206">
                  <c:v>11/7/2014</c:v>
                </c:pt>
                <c:pt idx="207">
                  <c:v>11/10/2014</c:v>
                </c:pt>
                <c:pt idx="208">
                  <c:v>11/11/2014</c:v>
                </c:pt>
                <c:pt idx="209">
                  <c:v>11/12/2014</c:v>
                </c:pt>
                <c:pt idx="210">
                  <c:v>11/13/2014</c:v>
                </c:pt>
                <c:pt idx="211">
                  <c:v>11/14/2014</c:v>
                </c:pt>
                <c:pt idx="212">
                  <c:v>11/17/2014</c:v>
                </c:pt>
                <c:pt idx="213">
                  <c:v>11/18/2014</c:v>
                </c:pt>
                <c:pt idx="214">
                  <c:v>11/19/2014</c:v>
                </c:pt>
                <c:pt idx="215">
                  <c:v>11/20/2014</c:v>
                </c:pt>
                <c:pt idx="216">
                  <c:v>11/21/2014</c:v>
                </c:pt>
                <c:pt idx="217">
                  <c:v>11/24/2014</c:v>
                </c:pt>
                <c:pt idx="218">
                  <c:v>11/25/2014</c:v>
                </c:pt>
                <c:pt idx="219">
                  <c:v>11/26/2014</c:v>
                </c:pt>
                <c:pt idx="220">
                  <c:v>11/27/2014</c:v>
                </c:pt>
                <c:pt idx="221">
                  <c:v>11/28/2014</c:v>
                </c:pt>
                <c:pt idx="222">
                  <c:v>12/1/2014</c:v>
                </c:pt>
                <c:pt idx="223">
                  <c:v>12/2/2014</c:v>
                </c:pt>
                <c:pt idx="224">
                  <c:v>12/3/2014</c:v>
                </c:pt>
                <c:pt idx="225">
                  <c:v>12/4/2014</c:v>
                </c:pt>
                <c:pt idx="226">
                  <c:v>12/5/2014</c:v>
                </c:pt>
                <c:pt idx="227">
                  <c:v>12/10/2014</c:v>
                </c:pt>
                <c:pt idx="228">
                  <c:v>12/11/2014</c:v>
                </c:pt>
                <c:pt idx="229">
                  <c:v>12/12/2014</c:v>
                </c:pt>
                <c:pt idx="230">
                  <c:v>12/15/2014</c:v>
                </c:pt>
                <c:pt idx="231">
                  <c:v>12/17/2014</c:v>
                </c:pt>
                <c:pt idx="232">
                  <c:v>12/18/2014</c:v>
                </c:pt>
                <c:pt idx="233">
                  <c:v>12/19/2014</c:v>
                </c:pt>
                <c:pt idx="234">
                  <c:v>12/22/2014</c:v>
                </c:pt>
                <c:pt idx="235">
                  <c:v>12/23/2014</c:v>
                </c:pt>
                <c:pt idx="236">
                  <c:v>12/24/2014</c:v>
                </c:pt>
                <c:pt idx="237">
                  <c:v>12/25/2014</c:v>
                </c:pt>
                <c:pt idx="238">
                  <c:v>12/26/2014</c:v>
                </c:pt>
                <c:pt idx="239">
                  <c:v>12/29/2014</c:v>
                </c:pt>
                <c:pt idx="240">
                  <c:v>12/30/2014</c:v>
                </c:pt>
                <c:pt idx="241">
                  <c:v>12/31/2014</c:v>
                </c:pt>
                <c:pt idx="242">
                  <c:v>1/5/2015</c:v>
                </c:pt>
                <c:pt idx="243">
                  <c:v>1/6/2015</c:v>
                </c:pt>
                <c:pt idx="244">
                  <c:v>1/7/2015</c:v>
                </c:pt>
                <c:pt idx="245">
                  <c:v>1/8/2015</c:v>
                </c:pt>
                <c:pt idx="246">
                  <c:v>1/9/2015</c:v>
                </c:pt>
                <c:pt idx="247">
                  <c:v>1/12/2015</c:v>
                </c:pt>
                <c:pt idx="248">
                  <c:v>1/13/2015</c:v>
                </c:pt>
                <c:pt idx="249">
                  <c:v>1/14/2015</c:v>
                </c:pt>
                <c:pt idx="250">
                  <c:v>1/15/2015</c:v>
                </c:pt>
                <c:pt idx="251">
                  <c:v>1/16/2015</c:v>
                </c:pt>
                <c:pt idx="252">
                  <c:v>1/19/2015</c:v>
                </c:pt>
                <c:pt idx="253">
                  <c:v>1/20/2015</c:v>
                </c:pt>
                <c:pt idx="254">
                  <c:v>1/21/2015</c:v>
                </c:pt>
                <c:pt idx="255">
                  <c:v>1/22/2015</c:v>
                </c:pt>
                <c:pt idx="256">
                  <c:v>1/23/2015</c:v>
                </c:pt>
                <c:pt idx="257">
                  <c:v>1/26/2015</c:v>
                </c:pt>
                <c:pt idx="258">
                  <c:v>1/27/2015</c:v>
                </c:pt>
                <c:pt idx="259">
                  <c:v>1/28/2015</c:v>
                </c:pt>
                <c:pt idx="260">
                  <c:v>1/29/2015</c:v>
                </c:pt>
                <c:pt idx="261">
                  <c:v>1/30/2015</c:v>
                </c:pt>
                <c:pt idx="262">
                  <c:v>2/2/2015</c:v>
                </c:pt>
                <c:pt idx="263">
                  <c:v>2/3/2015</c:v>
                </c:pt>
                <c:pt idx="264">
                  <c:v>2/4/2015</c:v>
                </c:pt>
                <c:pt idx="265">
                  <c:v>2/5/2015</c:v>
                </c:pt>
                <c:pt idx="266">
                  <c:v>2/6/2015</c:v>
                </c:pt>
                <c:pt idx="267">
                  <c:v>2/9/2015</c:v>
                </c:pt>
                <c:pt idx="268">
                  <c:v>2/10/2015</c:v>
                </c:pt>
                <c:pt idx="269">
                  <c:v>2/11/2015</c:v>
                </c:pt>
                <c:pt idx="270">
                  <c:v>2/12/2015</c:v>
                </c:pt>
                <c:pt idx="271">
                  <c:v>2/13/2015</c:v>
                </c:pt>
                <c:pt idx="272">
                  <c:v>2/16/2015</c:v>
                </c:pt>
                <c:pt idx="273">
                  <c:v>2/17/2015</c:v>
                </c:pt>
                <c:pt idx="274">
                  <c:v>2/25/2015</c:v>
                </c:pt>
                <c:pt idx="275">
                  <c:v>2/26/2015</c:v>
                </c:pt>
                <c:pt idx="276">
                  <c:v>2/27/2015</c:v>
                </c:pt>
                <c:pt idx="277">
                  <c:v>3/2/2015</c:v>
                </c:pt>
                <c:pt idx="278">
                  <c:v>3/3/2015</c:v>
                </c:pt>
                <c:pt idx="279">
                  <c:v>3/4/2015</c:v>
                </c:pt>
                <c:pt idx="280">
                  <c:v>3/5/2015</c:v>
                </c:pt>
                <c:pt idx="281">
                  <c:v>3/6/2015</c:v>
                </c:pt>
                <c:pt idx="282">
                  <c:v>3/9/2015</c:v>
                </c:pt>
                <c:pt idx="283">
                  <c:v>3/10/2015</c:v>
                </c:pt>
                <c:pt idx="284">
                  <c:v>3/11/2015</c:v>
                </c:pt>
                <c:pt idx="285">
                  <c:v>3/12/2015</c:v>
                </c:pt>
                <c:pt idx="286">
                  <c:v>3/13/2015</c:v>
                </c:pt>
                <c:pt idx="287">
                  <c:v>3/16/2015</c:v>
                </c:pt>
                <c:pt idx="288">
                  <c:v>3/17/2015</c:v>
                </c:pt>
                <c:pt idx="289">
                  <c:v>3/18/2015</c:v>
                </c:pt>
                <c:pt idx="290">
                  <c:v>3/19/2015</c:v>
                </c:pt>
                <c:pt idx="291">
                  <c:v>3/20/2015</c:v>
                </c:pt>
                <c:pt idx="292">
                  <c:v>3/23/2015</c:v>
                </c:pt>
                <c:pt idx="293">
                  <c:v>3/24/2015</c:v>
                </c:pt>
                <c:pt idx="294">
                  <c:v>3/25/2015</c:v>
                </c:pt>
                <c:pt idx="295">
                  <c:v>3/26/2015</c:v>
                </c:pt>
                <c:pt idx="296">
                  <c:v>3/27/2015</c:v>
                </c:pt>
                <c:pt idx="297">
                  <c:v>3/30/2015</c:v>
                </c:pt>
                <c:pt idx="298">
                  <c:v>3/31/2015</c:v>
                </c:pt>
                <c:pt idx="299">
                  <c:v>4/1/2015</c:v>
                </c:pt>
                <c:pt idx="300">
                  <c:v>4/2/2015</c:v>
                </c:pt>
                <c:pt idx="301">
                  <c:v>4/3/2015</c:v>
                </c:pt>
                <c:pt idx="302">
                  <c:v>4/7/2015</c:v>
                </c:pt>
                <c:pt idx="303">
                  <c:v>4/8/2015</c:v>
                </c:pt>
                <c:pt idx="304">
                  <c:v>4/9/2015</c:v>
                </c:pt>
                <c:pt idx="305">
                  <c:v>4/10/2015</c:v>
                </c:pt>
                <c:pt idx="306">
                  <c:v>4/13/2015</c:v>
                </c:pt>
                <c:pt idx="307">
                  <c:v>4/14/2015</c:v>
                </c:pt>
                <c:pt idx="308">
                  <c:v>4/15/2015</c:v>
                </c:pt>
                <c:pt idx="309">
                  <c:v>4/16/2015</c:v>
                </c:pt>
                <c:pt idx="310">
                  <c:v>4/17/2015</c:v>
                </c:pt>
                <c:pt idx="311">
                  <c:v>4/20/2015</c:v>
                </c:pt>
                <c:pt idx="312">
                  <c:v>4/21/2015</c:v>
                </c:pt>
                <c:pt idx="313">
                  <c:v>4/22/2015</c:v>
                </c:pt>
                <c:pt idx="314">
                  <c:v>4/23/2015</c:v>
                </c:pt>
                <c:pt idx="315">
                  <c:v>4/24/2015</c:v>
                </c:pt>
                <c:pt idx="316">
                  <c:v>4/27/2015</c:v>
                </c:pt>
                <c:pt idx="317">
                  <c:v>4/28/2015</c:v>
                </c:pt>
                <c:pt idx="318">
                  <c:v>4/29/2015</c:v>
                </c:pt>
                <c:pt idx="319">
                  <c:v>4/30/2015</c:v>
                </c:pt>
                <c:pt idx="320">
                  <c:v>5/4/2015</c:v>
                </c:pt>
                <c:pt idx="321">
                  <c:v>5/5/2015</c:v>
                </c:pt>
                <c:pt idx="322">
                  <c:v>5/6/2015</c:v>
                </c:pt>
                <c:pt idx="323">
                  <c:v>5/7/2015</c:v>
                </c:pt>
                <c:pt idx="324">
                  <c:v>5/8/2015</c:v>
                </c:pt>
                <c:pt idx="325">
                  <c:v>5/11/2015</c:v>
                </c:pt>
                <c:pt idx="326">
                  <c:v>5/12/2015</c:v>
                </c:pt>
                <c:pt idx="327">
                  <c:v>5/13/2015</c:v>
                </c:pt>
                <c:pt idx="328">
                  <c:v>5/14/2015</c:v>
                </c:pt>
                <c:pt idx="329">
                  <c:v>5/15/2015</c:v>
                </c:pt>
                <c:pt idx="330">
                  <c:v>5/18/2015</c:v>
                </c:pt>
                <c:pt idx="331">
                  <c:v>5/19/2015</c:v>
                </c:pt>
                <c:pt idx="332">
                  <c:v>5/20/2015</c:v>
                </c:pt>
                <c:pt idx="333">
                  <c:v>5/21/2015</c:v>
                </c:pt>
                <c:pt idx="334">
                  <c:v>5/22/2015</c:v>
                </c:pt>
                <c:pt idx="335">
                  <c:v>5/25/2015</c:v>
                </c:pt>
                <c:pt idx="336">
                  <c:v>5/26/2015</c:v>
                </c:pt>
                <c:pt idx="337">
                  <c:v>5/27/2015</c:v>
                </c:pt>
                <c:pt idx="338">
                  <c:v>5/28/2015</c:v>
                </c:pt>
                <c:pt idx="339">
                  <c:v>5/29/2015</c:v>
                </c:pt>
                <c:pt idx="340">
                  <c:v>6/1/2015</c:v>
                </c:pt>
                <c:pt idx="341">
                  <c:v>6/2/2015</c:v>
                </c:pt>
                <c:pt idx="342">
                  <c:v>6/3/2015</c:v>
                </c:pt>
                <c:pt idx="343">
                  <c:v>6/4/2015</c:v>
                </c:pt>
                <c:pt idx="344">
                  <c:v>6/5/2015</c:v>
                </c:pt>
                <c:pt idx="345">
                  <c:v>6/8/2015</c:v>
                </c:pt>
                <c:pt idx="346">
                  <c:v>6/9/2015</c:v>
                </c:pt>
                <c:pt idx="347">
                  <c:v>6/10/2015</c:v>
                </c:pt>
                <c:pt idx="348">
                  <c:v>6/11/2015</c:v>
                </c:pt>
                <c:pt idx="349">
                  <c:v>6/12/2015</c:v>
                </c:pt>
                <c:pt idx="350">
                  <c:v>6/15/2015</c:v>
                </c:pt>
                <c:pt idx="351">
                  <c:v>6/16/2015</c:v>
                </c:pt>
                <c:pt idx="352">
                  <c:v>6/17/2015</c:v>
                </c:pt>
                <c:pt idx="353">
                  <c:v>6/18/2015</c:v>
                </c:pt>
                <c:pt idx="354">
                  <c:v>6/19/2015</c:v>
                </c:pt>
                <c:pt idx="355">
                  <c:v>6/24/2015</c:v>
                </c:pt>
                <c:pt idx="356">
                  <c:v>6/25/2015</c:v>
                </c:pt>
                <c:pt idx="357">
                  <c:v>6/26/2015</c:v>
                </c:pt>
                <c:pt idx="358">
                  <c:v>6/29/2015</c:v>
                </c:pt>
                <c:pt idx="359">
                  <c:v>6/30/2015</c:v>
                </c:pt>
                <c:pt idx="360">
                  <c:v>7/1/2015</c:v>
                </c:pt>
                <c:pt idx="361">
                  <c:v>7/2/2015</c:v>
                </c:pt>
                <c:pt idx="362">
                  <c:v>7/3/2015</c:v>
                </c:pt>
                <c:pt idx="363">
                  <c:v>7/6/2015</c:v>
                </c:pt>
                <c:pt idx="364">
                  <c:v>7/7/2015</c:v>
                </c:pt>
                <c:pt idx="365">
                  <c:v>7/8/2015</c:v>
                </c:pt>
                <c:pt idx="366">
                  <c:v>7/9/2015</c:v>
                </c:pt>
                <c:pt idx="367">
                  <c:v>7/10/2015</c:v>
                </c:pt>
                <c:pt idx="368">
                  <c:v>7/13/2015</c:v>
                </c:pt>
                <c:pt idx="369">
                  <c:v>7/14/2015</c:v>
                </c:pt>
                <c:pt idx="370">
                  <c:v>7/15/2015</c:v>
                </c:pt>
                <c:pt idx="371">
                  <c:v>7/16/2015</c:v>
                </c:pt>
                <c:pt idx="372">
                  <c:v>7/17/2015</c:v>
                </c:pt>
                <c:pt idx="373">
                  <c:v>7/20/2015</c:v>
                </c:pt>
                <c:pt idx="374">
                  <c:v>7/21/2015</c:v>
                </c:pt>
                <c:pt idx="375">
                  <c:v>7/22/2015</c:v>
                </c:pt>
                <c:pt idx="376">
                  <c:v>7/23/2015</c:v>
                </c:pt>
                <c:pt idx="377">
                  <c:v>7/24/2015</c:v>
                </c:pt>
                <c:pt idx="378">
                  <c:v>7/27/2015</c:v>
                </c:pt>
                <c:pt idx="379">
                  <c:v>7/28/2015</c:v>
                </c:pt>
                <c:pt idx="380">
                  <c:v>7/29/2015</c:v>
                </c:pt>
                <c:pt idx="381">
                  <c:v>7/30/2015</c:v>
                </c:pt>
                <c:pt idx="382">
                  <c:v>7/31/2015</c:v>
                </c:pt>
                <c:pt idx="383">
                  <c:v>8/3/2015</c:v>
                </c:pt>
                <c:pt idx="384">
                  <c:v>8/4/2015</c:v>
                </c:pt>
                <c:pt idx="385">
                  <c:v>8/5/2015</c:v>
                </c:pt>
                <c:pt idx="386">
                  <c:v>8/6/2015</c:v>
                </c:pt>
                <c:pt idx="387">
                  <c:v>8/7/2015</c:v>
                </c:pt>
                <c:pt idx="388">
                  <c:v>8/10/2015</c:v>
                </c:pt>
                <c:pt idx="389">
                  <c:v>8/11/2015</c:v>
                </c:pt>
                <c:pt idx="390">
                  <c:v>8/12/2015</c:v>
                </c:pt>
                <c:pt idx="391">
                  <c:v>8/13/2015</c:v>
                </c:pt>
                <c:pt idx="392">
                  <c:v>8/14/2015</c:v>
                </c:pt>
                <c:pt idx="393">
                  <c:v>8/17/2015</c:v>
                </c:pt>
                <c:pt idx="394">
                  <c:v>8/18/2015</c:v>
                </c:pt>
                <c:pt idx="395">
                  <c:v>8/19/2015</c:v>
                </c:pt>
                <c:pt idx="396">
                  <c:v>8/20/2015</c:v>
                </c:pt>
                <c:pt idx="397">
                  <c:v>8/21/2015</c:v>
                </c:pt>
                <c:pt idx="398">
                  <c:v>8/24/2015</c:v>
                </c:pt>
                <c:pt idx="399">
                  <c:v>8/25/2015</c:v>
                </c:pt>
                <c:pt idx="400">
                  <c:v>8/26/2015</c:v>
                </c:pt>
                <c:pt idx="401">
                  <c:v>8/27/2015</c:v>
                </c:pt>
                <c:pt idx="402">
                  <c:v>8/28/2015</c:v>
                </c:pt>
                <c:pt idx="403">
                  <c:v>8/31/2015</c:v>
                </c:pt>
                <c:pt idx="404">
                  <c:v>9/1/2015</c:v>
                </c:pt>
                <c:pt idx="405">
                  <c:v>9/2/2015</c:v>
                </c:pt>
                <c:pt idx="406">
                  <c:v>9/7/2015</c:v>
                </c:pt>
                <c:pt idx="407">
                  <c:v>9/8/2015</c:v>
                </c:pt>
                <c:pt idx="408">
                  <c:v>9/9/2015</c:v>
                </c:pt>
                <c:pt idx="409">
                  <c:v>9/10/2015</c:v>
                </c:pt>
                <c:pt idx="410">
                  <c:v>9/11/2015</c:v>
                </c:pt>
                <c:pt idx="411">
                  <c:v>9/14/2015</c:v>
                </c:pt>
                <c:pt idx="412">
                  <c:v>9/15/2015</c:v>
                </c:pt>
                <c:pt idx="413">
                  <c:v>9/16/2015</c:v>
                </c:pt>
                <c:pt idx="414">
                  <c:v>9/17/2015</c:v>
                </c:pt>
                <c:pt idx="415">
                  <c:v>9/18/2015</c:v>
                </c:pt>
                <c:pt idx="416">
                  <c:v>9/21/2015</c:v>
                </c:pt>
                <c:pt idx="417">
                  <c:v>9/22/2015</c:v>
                </c:pt>
                <c:pt idx="418">
                  <c:v>9/23/2015</c:v>
                </c:pt>
                <c:pt idx="419">
                  <c:v>9/24/2015</c:v>
                </c:pt>
                <c:pt idx="420">
                  <c:v>9/25/2015</c:v>
                </c:pt>
                <c:pt idx="421">
                  <c:v>9/28/2015</c:v>
                </c:pt>
                <c:pt idx="422">
                  <c:v>9/29/2015</c:v>
                </c:pt>
                <c:pt idx="423">
                  <c:v>9/30/2015</c:v>
                </c:pt>
                <c:pt idx="424">
                  <c:v>10/8/2015</c:v>
                </c:pt>
                <c:pt idx="425">
                  <c:v>10/9/2015</c:v>
                </c:pt>
                <c:pt idx="426">
                  <c:v>10/12/2015</c:v>
                </c:pt>
                <c:pt idx="427">
                  <c:v>10/13/2015</c:v>
                </c:pt>
                <c:pt idx="428">
                  <c:v>10/14/2015</c:v>
                </c:pt>
                <c:pt idx="429">
                  <c:v>10/15/2015</c:v>
                </c:pt>
                <c:pt idx="430">
                  <c:v>10/16/2015</c:v>
                </c:pt>
                <c:pt idx="431">
                  <c:v>10/19/2015</c:v>
                </c:pt>
                <c:pt idx="432">
                  <c:v>10/20/2015</c:v>
                </c:pt>
                <c:pt idx="433">
                  <c:v>10/21/2015</c:v>
                </c:pt>
                <c:pt idx="434">
                  <c:v>10/22/2015</c:v>
                </c:pt>
                <c:pt idx="435">
                  <c:v>10/23/2015</c:v>
                </c:pt>
                <c:pt idx="436">
                  <c:v>10/26/2015</c:v>
                </c:pt>
                <c:pt idx="437">
                  <c:v>10/27/2015</c:v>
                </c:pt>
                <c:pt idx="438">
                  <c:v>10/28/2015</c:v>
                </c:pt>
                <c:pt idx="439">
                  <c:v>10/29/2015</c:v>
                </c:pt>
                <c:pt idx="440">
                  <c:v>10/30/2015</c:v>
                </c:pt>
                <c:pt idx="441">
                  <c:v>11/2/2015</c:v>
                </c:pt>
                <c:pt idx="442">
                  <c:v>11/3/2015</c:v>
                </c:pt>
                <c:pt idx="443">
                  <c:v>11/4/2015</c:v>
                </c:pt>
                <c:pt idx="444">
                  <c:v>11/5/2015</c:v>
                </c:pt>
                <c:pt idx="445">
                  <c:v>11/6/2015</c:v>
                </c:pt>
                <c:pt idx="446">
                  <c:v>11/9/2015</c:v>
                </c:pt>
                <c:pt idx="447">
                  <c:v>11/10/2015</c:v>
                </c:pt>
                <c:pt idx="448">
                  <c:v>11/11/2015</c:v>
                </c:pt>
                <c:pt idx="449">
                  <c:v>11/12/2015</c:v>
                </c:pt>
                <c:pt idx="450">
                  <c:v>11/13/2015</c:v>
                </c:pt>
                <c:pt idx="451">
                  <c:v>11/16/2015</c:v>
                </c:pt>
                <c:pt idx="452">
                  <c:v>11/17/2015</c:v>
                </c:pt>
                <c:pt idx="453">
                  <c:v>11/18/2015</c:v>
                </c:pt>
                <c:pt idx="454">
                  <c:v>11/19/2015</c:v>
                </c:pt>
                <c:pt idx="455">
                  <c:v>11/20/2015</c:v>
                </c:pt>
                <c:pt idx="456">
                  <c:v>11/23/2015</c:v>
                </c:pt>
                <c:pt idx="457">
                  <c:v>11/24/2015</c:v>
                </c:pt>
                <c:pt idx="458">
                  <c:v>11/25/2015</c:v>
                </c:pt>
                <c:pt idx="459">
                  <c:v>11/26/2015</c:v>
                </c:pt>
                <c:pt idx="460">
                  <c:v>11/27/2015</c:v>
                </c:pt>
                <c:pt idx="461">
                  <c:v>11/30/2015</c:v>
                </c:pt>
                <c:pt idx="462">
                  <c:v>12/1/2015</c:v>
                </c:pt>
                <c:pt idx="463">
                  <c:v>12/2/2015</c:v>
                </c:pt>
                <c:pt idx="464">
                  <c:v>12/3/2015</c:v>
                </c:pt>
                <c:pt idx="465">
                  <c:v>12/4/2015</c:v>
                </c:pt>
                <c:pt idx="466">
                  <c:v>12/7/2015</c:v>
                </c:pt>
                <c:pt idx="467">
                  <c:v>12/8/2015</c:v>
                </c:pt>
                <c:pt idx="468">
                  <c:v>12/9/2015</c:v>
                </c:pt>
                <c:pt idx="469">
                  <c:v>12/10/2015</c:v>
                </c:pt>
                <c:pt idx="470">
                  <c:v>12/11/2015</c:v>
                </c:pt>
                <c:pt idx="471">
                  <c:v>12/14/2015</c:v>
                </c:pt>
                <c:pt idx="472">
                  <c:v>12/15/2015</c:v>
                </c:pt>
                <c:pt idx="473">
                  <c:v>12/16/2015</c:v>
                </c:pt>
                <c:pt idx="474">
                  <c:v>12/17/2015</c:v>
                </c:pt>
                <c:pt idx="475">
                  <c:v>12/18/2015</c:v>
                </c:pt>
                <c:pt idx="476">
                  <c:v>12/21/2015</c:v>
                </c:pt>
                <c:pt idx="477">
                  <c:v>12/22/2015</c:v>
                </c:pt>
                <c:pt idx="478">
                  <c:v>12/23/2015</c:v>
                </c:pt>
                <c:pt idx="479">
                  <c:v>12/24/2015</c:v>
                </c:pt>
                <c:pt idx="480">
                  <c:v>12/25/2015</c:v>
                </c:pt>
                <c:pt idx="481">
                  <c:v>12/28/2015</c:v>
                </c:pt>
                <c:pt idx="482">
                  <c:v>12/29/2015</c:v>
                </c:pt>
                <c:pt idx="483">
                  <c:v>12/30/2015</c:v>
                </c:pt>
                <c:pt idx="484">
                  <c:v>12/31/2015</c:v>
                </c:pt>
                <c:pt idx="485">
                  <c:v>1/4/2016</c:v>
                </c:pt>
                <c:pt idx="486">
                  <c:v>1/5/2016</c:v>
                </c:pt>
                <c:pt idx="487">
                  <c:v>1/6/2016</c:v>
                </c:pt>
                <c:pt idx="488">
                  <c:v>1/7/2016</c:v>
                </c:pt>
                <c:pt idx="489">
                  <c:v>1/8/2016</c:v>
                </c:pt>
                <c:pt idx="490">
                  <c:v>1/11/2016</c:v>
                </c:pt>
                <c:pt idx="491">
                  <c:v>1/12/2016</c:v>
                </c:pt>
                <c:pt idx="492">
                  <c:v>1/13/2016</c:v>
                </c:pt>
                <c:pt idx="493">
                  <c:v>1/14/2016</c:v>
                </c:pt>
                <c:pt idx="494">
                  <c:v>1/15/2016</c:v>
                </c:pt>
                <c:pt idx="495">
                  <c:v>1/18/2016</c:v>
                </c:pt>
                <c:pt idx="496">
                  <c:v>1/19/2016</c:v>
                </c:pt>
                <c:pt idx="497">
                  <c:v>1/20/2016</c:v>
                </c:pt>
                <c:pt idx="498">
                  <c:v>1/21/2016</c:v>
                </c:pt>
                <c:pt idx="499">
                  <c:v>1/22/2016</c:v>
                </c:pt>
                <c:pt idx="500">
                  <c:v>1/25/2016</c:v>
                </c:pt>
                <c:pt idx="501">
                  <c:v>1/26/2016</c:v>
                </c:pt>
                <c:pt idx="502">
                  <c:v>1/27/2016</c:v>
                </c:pt>
                <c:pt idx="503">
                  <c:v>1/28/2016</c:v>
                </c:pt>
                <c:pt idx="504">
                  <c:v>1/29/2016</c:v>
                </c:pt>
                <c:pt idx="505">
                  <c:v>2/1/2016</c:v>
                </c:pt>
                <c:pt idx="506">
                  <c:v>2/2/2016</c:v>
                </c:pt>
                <c:pt idx="507">
                  <c:v>2/3/2016</c:v>
                </c:pt>
                <c:pt idx="508">
                  <c:v>2/4/2016</c:v>
                </c:pt>
                <c:pt idx="509">
                  <c:v>2/5/2016</c:v>
                </c:pt>
                <c:pt idx="510">
                  <c:v>2/15/2016</c:v>
                </c:pt>
                <c:pt idx="511">
                  <c:v>2/16/2016</c:v>
                </c:pt>
                <c:pt idx="512">
                  <c:v>2/17/2016</c:v>
                </c:pt>
                <c:pt idx="513">
                  <c:v>2/18/2016</c:v>
                </c:pt>
                <c:pt idx="514">
                  <c:v>2/19/2016</c:v>
                </c:pt>
                <c:pt idx="515">
                  <c:v>2/22/2016</c:v>
                </c:pt>
                <c:pt idx="516">
                  <c:v>2/23/2016</c:v>
                </c:pt>
                <c:pt idx="517">
                  <c:v>2/24/2016</c:v>
                </c:pt>
                <c:pt idx="518">
                  <c:v>2/25/2016</c:v>
                </c:pt>
                <c:pt idx="519">
                  <c:v>2/26/2016</c:v>
                </c:pt>
                <c:pt idx="520">
                  <c:v>2/29/2016</c:v>
                </c:pt>
                <c:pt idx="521">
                  <c:v>3/1/2016</c:v>
                </c:pt>
                <c:pt idx="522">
                  <c:v>3/2/2016</c:v>
                </c:pt>
                <c:pt idx="523">
                  <c:v>3/3/2016</c:v>
                </c:pt>
                <c:pt idx="524">
                  <c:v>3/4/2016</c:v>
                </c:pt>
                <c:pt idx="525">
                  <c:v>3/7/2016</c:v>
                </c:pt>
                <c:pt idx="526">
                  <c:v>3/8/2016</c:v>
                </c:pt>
                <c:pt idx="527">
                  <c:v>3/9/2016</c:v>
                </c:pt>
                <c:pt idx="528">
                  <c:v>3/10/2016</c:v>
                </c:pt>
                <c:pt idx="529">
                  <c:v>3/11/2016</c:v>
                </c:pt>
                <c:pt idx="530">
                  <c:v>3/14/2016</c:v>
                </c:pt>
                <c:pt idx="531">
                  <c:v>3/15/2016</c:v>
                </c:pt>
                <c:pt idx="532">
                  <c:v>3/16/2016</c:v>
                </c:pt>
                <c:pt idx="533">
                  <c:v>3/17/2016</c:v>
                </c:pt>
                <c:pt idx="534">
                  <c:v>3/18/2016</c:v>
                </c:pt>
                <c:pt idx="535">
                  <c:v>3/21/2016</c:v>
                </c:pt>
                <c:pt idx="536">
                  <c:v>3/22/2016</c:v>
                </c:pt>
                <c:pt idx="537">
                  <c:v>3/23/2016</c:v>
                </c:pt>
                <c:pt idx="538">
                  <c:v>3/24/2016</c:v>
                </c:pt>
                <c:pt idx="539">
                  <c:v>3/25/2016</c:v>
                </c:pt>
                <c:pt idx="540">
                  <c:v>3/28/2016</c:v>
                </c:pt>
                <c:pt idx="541">
                  <c:v>3/29/2016</c:v>
                </c:pt>
                <c:pt idx="542">
                  <c:v>3/30/2016</c:v>
                </c:pt>
                <c:pt idx="543">
                  <c:v>3/31/2016</c:v>
                </c:pt>
                <c:pt idx="544">
                  <c:v>4/1/2016</c:v>
                </c:pt>
                <c:pt idx="545">
                  <c:v>4/5/2016</c:v>
                </c:pt>
                <c:pt idx="546">
                  <c:v>4/6/2016</c:v>
                </c:pt>
                <c:pt idx="547">
                  <c:v>4/7/2016</c:v>
                </c:pt>
                <c:pt idx="548">
                  <c:v>4/8/2016</c:v>
                </c:pt>
                <c:pt idx="549">
                  <c:v>4/11/2016</c:v>
                </c:pt>
                <c:pt idx="550">
                  <c:v>4/12/2016</c:v>
                </c:pt>
                <c:pt idx="551">
                  <c:v>4/13/2016</c:v>
                </c:pt>
                <c:pt idx="552">
                  <c:v>4/14/2016</c:v>
                </c:pt>
                <c:pt idx="553">
                  <c:v>4/15/2016</c:v>
                </c:pt>
                <c:pt idx="554">
                  <c:v>4/18/2016</c:v>
                </c:pt>
                <c:pt idx="555">
                  <c:v>4/19/2016</c:v>
                </c:pt>
                <c:pt idx="556">
                  <c:v>4/20/2016</c:v>
                </c:pt>
                <c:pt idx="557">
                  <c:v>4/21/2016</c:v>
                </c:pt>
                <c:pt idx="558">
                  <c:v>4/22/2016</c:v>
                </c:pt>
                <c:pt idx="559">
                  <c:v>4/25/2016</c:v>
                </c:pt>
                <c:pt idx="560">
                  <c:v>4/26/2016</c:v>
                </c:pt>
                <c:pt idx="561">
                  <c:v>4/27/2016</c:v>
                </c:pt>
                <c:pt idx="562">
                  <c:v>4/28/2016</c:v>
                </c:pt>
                <c:pt idx="563">
                  <c:v>4/29/2016</c:v>
                </c:pt>
                <c:pt idx="564">
                  <c:v>5/3/2016</c:v>
                </c:pt>
                <c:pt idx="565">
                  <c:v>5/4/2016</c:v>
                </c:pt>
                <c:pt idx="566">
                  <c:v>5/5/2016</c:v>
                </c:pt>
                <c:pt idx="567">
                  <c:v>5/6/2016</c:v>
                </c:pt>
                <c:pt idx="568">
                  <c:v>5/9/2016</c:v>
                </c:pt>
                <c:pt idx="569">
                  <c:v>5/10/2016</c:v>
                </c:pt>
                <c:pt idx="570">
                  <c:v>5/11/2016</c:v>
                </c:pt>
                <c:pt idx="571">
                  <c:v>5/12/2016</c:v>
                </c:pt>
                <c:pt idx="572">
                  <c:v>5/13/2016</c:v>
                </c:pt>
                <c:pt idx="573">
                  <c:v>5/16/2016</c:v>
                </c:pt>
                <c:pt idx="574">
                  <c:v>5/17/2016</c:v>
                </c:pt>
                <c:pt idx="575">
                  <c:v>5/18/2016</c:v>
                </c:pt>
                <c:pt idx="576">
                  <c:v>5/19/2016</c:v>
                </c:pt>
                <c:pt idx="577">
                  <c:v>5/20/2016</c:v>
                </c:pt>
                <c:pt idx="578">
                  <c:v>5/23/2016</c:v>
                </c:pt>
                <c:pt idx="579">
                  <c:v>5/24/2016</c:v>
                </c:pt>
                <c:pt idx="580">
                  <c:v>5/25/2016</c:v>
                </c:pt>
                <c:pt idx="581">
                  <c:v>5/26/2016</c:v>
                </c:pt>
                <c:pt idx="582">
                  <c:v>5/27/2016</c:v>
                </c:pt>
                <c:pt idx="583">
                  <c:v>5/30/2016</c:v>
                </c:pt>
                <c:pt idx="584">
                  <c:v>5/31/2016</c:v>
                </c:pt>
                <c:pt idx="585">
                  <c:v>6/1/2016</c:v>
                </c:pt>
                <c:pt idx="586">
                  <c:v>6/2/2016</c:v>
                </c:pt>
                <c:pt idx="587">
                  <c:v>6/3/2016</c:v>
                </c:pt>
                <c:pt idx="588">
                  <c:v>6/6/2016</c:v>
                </c:pt>
                <c:pt idx="589">
                  <c:v>6/7/2016</c:v>
                </c:pt>
                <c:pt idx="590">
                  <c:v>6/8/2016</c:v>
                </c:pt>
                <c:pt idx="591">
                  <c:v>6/13/2016</c:v>
                </c:pt>
                <c:pt idx="592">
                  <c:v>6/14/2016</c:v>
                </c:pt>
                <c:pt idx="593">
                  <c:v>6/15/2016</c:v>
                </c:pt>
                <c:pt idx="594">
                  <c:v>6/16/2016</c:v>
                </c:pt>
                <c:pt idx="595">
                  <c:v>6/17/2016</c:v>
                </c:pt>
                <c:pt idx="596">
                  <c:v>6/20/2016</c:v>
                </c:pt>
                <c:pt idx="597">
                  <c:v>6/21/2016</c:v>
                </c:pt>
                <c:pt idx="598">
                  <c:v>6/22/2016</c:v>
                </c:pt>
                <c:pt idx="599">
                  <c:v>6/23/2016</c:v>
                </c:pt>
                <c:pt idx="600">
                  <c:v>6/24/2016</c:v>
                </c:pt>
                <c:pt idx="601">
                  <c:v>6/27/2016</c:v>
                </c:pt>
                <c:pt idx="602">
                  <c:v>6/28/2016</c:v>
                </c:pt>
                <c:pt idx="603">
                  <c:v>6/29/2016</c:v>
                </c:pt>
                <c:pt idx="604">
                  <c:v>6/30/2016</c:v>
                </c:pt>
                <c:pt idx="605">
                  <c:v>7/1/2016</c:v>
                </c:pt>
                <c:pt idx="606">
                  <c:v>7/4/2016</c:v>
                </c:pt>
                <c:pt idx="607">
                  <c:v>7/5/2016</c:v>
                </c:pt>
                <c:pt idx="608">
                  <c:v>7/6/2016</c:v>
                </c:pt>
                <c:pt idx="609">
                  <c:v>7/7/2016</c:v>
                </c:pt>
                <c:pt idx="610">
                  <c:v>7/8/2016</c:v>
                </c:pt>
                <c:pt idx="611">
                  <c:v>7/11/2016</c:v>
                </c:pt>
                <c:pt idx="612">
                  <c:v>7/12/2016</c:v>
                </c:pt>
                <c:pt idx="613">
                  <c:v>7/13/2016</c:v>
                </c:pt>
                <c:pt idx="614">
                  <c:v>7/14/2016</c:v>
                </c:pt>
                <c:pt idx="615">
                  <c:v>7/15/2016</c:v>
                </c:pt>
                <c:pt idx="616">
                  <c:v>7/18/2016</c:v>
                </c:pt>
                <c:pt idx="617">
                  <c:v>7/19/2016</c:v>
                </c:pt>
                <c:pt idx="618">
                  <c:v>7/20/2016</c:v>
                </c:pt>
                <c:pt idx="619">
                  <c:v>7/21/2016</c:v>
                </c:pt>
                <c:pt idx="620">
                  <c:v>7/22/2016</c:v>
                </c:pt>
                <c:pt idx="621">
                  <c:v>7/25/2016</c:v>
                </c:pt>
                <c:pt idx="622">
                  <c:v>7/26/2016</c:v>
                </c:pt>
                <c:pt idx="623">
                  <c:v>7/27/2016</c:v>
                </c:pt>
                <c:pt idx="624">
                  <c:v>7/28/2016</c:v>
                </c:pt>
                <c:pt idx="625">
                  <c:v>7/29/2016</c:v>
                </c:pt>
                <c:pt idx="626">
                  <c:v>8/1/2016</c:v>
                </c:pt>
                <c:pt idx="627">
                  <c:v>8/2/2016</c:v>
                </c:pt>
                <c:pt idx="628">
                  <c:v>8/3/2016</c:v>
                </c:pt>
                <c:pt idx="629">
                  <c:v>8/4/2016</c:v>
                </c:pt>
                <c:pt idx="630">
                  <c:v>8/5/2016</c:v>
                </c:pt>
                <c:pt idx="631">
                  <c:v>8/8/2016</c:v>
                </c:pt>
                <c:pt idx="632">
                  <c:v>8/9/2016</c:v>
                </c:pt>
                <c:pt idx="633">
                  <c:v>8/10/2016</c:v>
                </c:pt>
                <c:pt idx="634">
                  <c:v>8/11/2016</c:v>
                </c:pt>
                <c:pt idx="635">
                  <c:v>8/12/2016</c:v>
                </c:pt>
                <c:pt idx="636">
                  <c:v>8/15/2016</c:v>
                </c:pt>
                <c:pt idx="637">
                  <c:v>8/16/2016</c:v>
                </c:pt>
                <c:pt idx="638">
                  <c:v>8/17/2016</c:v>
                </c:pt>
                <c:pt idx="639">
                  <c:v>8/18/2016</c:v>
                </c:pt>
                <c:pt idx="640">
                  <c:v>8/19/2016</c:v>
                </c:pt>
                <c:pt idx="641">
                  <c:v>8/22/2016</c:v>
                </c:pt>
                <c:pt idx="642">
                  <c:v>8/23/2016</c:v>
                </c:pt>
                <c:pt idx="643">
                  <c:v>8/24/2016</c:v>
                </c:pt>
                <c:pt idx="644">
                  <c:v>8/25/2016</c:v>
                </c:pt>
                <c:pt idx="645">
                  <c:v>8/26/2016</c:v>
                </c:pt>
                <c:pt idx="646">
                  <c:v>8/29/2016</c:v>
                </c:pt>
                <c:pt idx="647">
                  <c:v>8/30/2016</c:v>
                </c:pt>
                <c:pt idx="648">
                  <c:v>8/31/2016</c:v>
                </c:pt>
                <c:pt idx="649">
                  <c:v>9/1/2016</c:v>
                </c:pt>
                <c:pt idx="650">
                  <c:v>9/2/2016</c:v>
                </c:pt>
                <c:pt idx="651">
                  <c:v>9/5/2016</c:v>
                </c:pt>
                <c:pt idx="652">
                  <c:v>9/6/2016</c:v>
                </c:pt>
                <c:pt idx="653">
                  <c:v>9/7/2016</c:v>
                </c:pt>
                <c:pt idx="654">
                  <c:v>9/8/2016</c:v>
                </c:pt>
                <c:pt idx="655">
                  <c:v>9/9/2016</c:v>
                </c:pt>
                <c:pt idx="656">
                  <c:v>9/12/2016</c:v>
                </c:pt>
                <c:pt idx="657">
                  <c:v>9/13/2016</c:v>
                </c:pt>
                <c:pt idx="658">
                  <c:v>9/14/2016</c:v>
                </c:pt>
                <c:pt idx="659">
                  <c:v>9/19/2016</c:v>
                </c:pt>
                <c:pt idx="660">
                  <c:v>9/20/2016</c:v>
                </c:pt>
                <c:pt idx="661">
                  <c:v>9/21/2016</c:v>
                </c:pt>
                <c:pt idx="662">
                  <c:v>9/22/2016</c:v>
                </c:pt>
                <c:pt idx="663">
                  <c:v>9/23/2016</c:v>
                </c:pt>
                <c:pt idx="664">
                  <c:v>9/26/2016</c:v>
                </c:pt>
                <c:pt idx="665">
                  <c:v>9/27/2016</c:v>
                </c:pt>
                <c:pt idx="666">
                  <c:v>9/28/2016</c:v>
                </c:pt>
                <c:pt idx="667">
                  <c:v>9/29/2016</c:v>
                </c:pt>
                <c:pt idx="668">
                  <c:v>9/30/2016</c:v>
                </c:pt>
                <c:pt idx="669">
                  <c:v>10/10/2016</c:v>
                </c:pt>
                <c:pt idx="670">
                  <c:v>10/11/2016</c:v>
                </c:pt>
                <c:pt idx="671">
                  <c:v>10/12/2016</c:v>
                </c:pt>
                <c:pt idx="672">
                  <c:v>10/13/2016</c:v>
                </c:pt>
                <c:pt idx="673">
                  <c:v>10/14/2016</c:v>
                </c:pt>
                <c:pt idx="674">
                  <c:v>10/17/2016</c:v>
                </c:pt>
                <c:pt idx="675">
                  <c:v>10/18/2016</c:v>
                </c:pt>
                <c:pt idx="676">
                  <c:v>10/19/2016</c:v>
                </c:pt>
                <c:pt idx="677">
                  <c:v>10/20/2016</c:v>
                </c:pt>
                <c:pt idx="678">
                  <c:v>10/21/2016</c:v>
                </c:pt>
                <c:pt idx="679">
                  <c:v>10/24/2016</c:v>
                </c:pt>
                <c:pt idx="680">
                  <c:v>10/25/2016</c:v>
                </c:pt>
                <c:pt idx="681">
                  <c:v>10/26/2016</c:v>
                </c:pt>
                <c:pt idx="682">
                  <c:v>10/27/2016</c:v>
                </c:pt>
                <c:pt idx="683">
                  <c:v>10/28/2016</c:v>
                </c:pt>
                <c:pt idx="684">
                  <c:v>10/31/2016</c:v>
                </c:pt>
                <c:pt idx="685">
                  <c:v>11/1/2016</c:v>
                </c:pt>
                <c:pt idx="686">
                  <c:v>11/2/2016</c:v>
                </c:pt>
                <c:pt idx="687">
                  <c:v>11/3/2016</c:v>
                </c:pt>
                <c:pt idx="688">
                  <c:v>11/4/2016</c:v>
                </c:pt>
                <c:pt idx="689">
                  <c:v>11/7/2016</c:v>
                </c:pt>
                <c:pt idx="690">
                  <c:v>11/8/2016</c:v>
                </c:pt>
                <c:pt idx="691">
                  <c:v>11/9/2016</c:v>
                </c:pt>
                <c:pt idx="692">
                  <c:v>11/10/2016</c:v>
                </c:pt>
                <c:pt idx="693">
                  <c:v>11/11/2016</c:v>
                </c:pt>
                <c:pt idx="694">
                  <c:v>11/14/2016</c:v>
                </c:pt>
                <c:pt idx="695">
                  <c:v>11/15/2016</c:v>
                </c:pt>
                <c:pt idx="696">
                  <c:v>11/16/2016</c:v>
                </c:pt>
                <c:pt idx="697">
                  <c:v>11/17/2016</c:v>
                </c:pt>
                <c:pt idx="698">
                  <c:v>11/18/2016</c:v>
                </c:pt>
                <c:pt idx="699">
                  <c:v>11/21/2016</c:v>
                </c:pt>
                <c:pt idx="700">
                  <c:v>11/22/2016</c:v>
                </c:pt>
                <c:pt idx="701">
                  <c:v>11/23/2016</c:v>
                </c:pt>
                <c:pt idx="702">
                  <c:v>11/24/2016</c:v>
                </c:pt>
                <c:pt idx="703">
                  <c:v>11/25/2016</c:v>
                </c:pt>
                <c:pt idx="704">
                  <c:v>11/28/2016</c:v>
                </c:pt>
                <c:pt idx="705">
                  <c:v>11/29/2016</c:v>
                </c:pt>
                <c:pt idx="706">
                  <c:v>11/30/2016</c:v>
                </c:pt>
                <c:pt idx="707">
                  <c:v>12/1/2016</c:v>
                </c:pt>
                <c:pt idx="708">
                  <c:v>12/2/2016</c:v>
                </c:pt>
                <c:pt idx="709">
                  <c:v>12/5/2016</c:v>
                </c:pt>
                <c:pt idx="710">
                  <c:v>12/6/2016</c:v>
                </c:pt>
                <c:pt idx="711">
                  <c:v>12/7/2016</c:v>
                </c:pt>
                <c:pt idx="712">
                  <c:v>12/8/2016</c:v>
                </c:pt>
                <c:pt idx="713">
                  <c:v>12/9/2016</c:v>
                </c:pt>
                <c:pt idx="714">
                  <c:v>12/12/2016</c:v>
                </c:pt>
                <c:pt idx="715">
                  <c:v>12/13/2016</c:v>
                </c:pt>
                <c:pt idx="716">
                  <c:v>12/14/2016</c:v>
                </c:pt>
                <c:pt idx="717">
                  <c:v>12/15/2016</c:v>
                </c:pt>
                <c:pt idx="718">
                  <c:v>12/16/2016</c:v>
                </c:pt>
                <c:pt idx="719">
                  <c:v>12/19/2016</c:v>
                </c:pt>
                <c:pt idx="720">
                  <c:v>12/20/2016</c:v>
                </c:pt>
                <c:pt idx="721">
                  <c:v>12/21/2016</c:v>
                </c:pt>
                <c:pt idx="722">
                  <c:v>12/22/2016</c:v>
                </c:pt>
                <c:pt idx="723">
                  <c:v>12/23/2016</c:v>
                </c:pt>
                <c:pt idx="724">
                  <c:v>12/26/2016</c:v>
                </c:pt>
                <c:pt idx="725">
                  <c:v>12/27/2016</c:v>
                </c:pt>
                <c:pt idx="726">
                  <c:v>12/28/2016</c:v>
                </c:pt>
                <c:pt idx="727">
                  <c:v>12/29/2016</c:v>
                </c:pt>
                <c:pt idx="728">
                  <c:v>12/30/2016</c:v>
                </c:pt>
                <c:pt idx="729">
                  <c:v>1/3/2017</c:v>
                </c:pt>
                <c:pt idx="730">
                  <c:v>1/4/2017</c:v>
                </c:pt>
                <c:pt idx="731">
                  <c:v>1/5/2017</c:v>
                </c:pt>
                <c:pt idx="732">
                  <c:v>1/6/2017</c:v>
                </c:pt>
                <c:pt idx="733">
                  <c:v>1/9/2017</c:v>
                </c:pt>
                <c:pt idx="734">
                  <c:v>1/10/2017</c:v>
                </c:pt>
                <c:pt idx="735">
                  <c:v>1/11/2017</c:v>
                </c:pt>
                <c:pt idx="736">
                  <c:v>1/12/2017</c:v>
                </c:pt>
                <c:pt idx="737">
                  <c:v>1/13/2017</c:v>
                </c:pt>
                <c:pt idx="738">
                  <c:v>1/16/2017</c:v>
                </c:pt>
                <c:pt idx="739">
                  <c:v>1/17/2017</c:v>
                </c:pt>
                <c:pt idx="740">
                  <c:v>1/18/2017</c:v>
                </c:pt>
                <c:pt idx="741">
                  <c:v>1/19/2017</c:v>
                </c:pt>
                <c:pt idx="742">
                  <c:v>1/20/2017</c:v>
                </c:pt>
                <c:pt idx="743">
                  <c:v>1/23/2017</c:v>
                </c:pt>
                <c:pt idx="744">
                  <c:v>1/24/2017</c:v>
                </c:pt>
                <c:pt idx="745">
                  <c:v>1/25/2017</c:v>
                </c:pt>
                <c:pt idx="746">
                  <c:v>1/26/2017</c:v>
                </c:pt>
                <c:pt idx="747">
                  <c:v>2/3/2017</c:v>
                </c:pt>
                <c:pt idx="748">
                  <c:v>2/6/2017</c:v>
                </c:pt>
                <c:pt idx="749">
                  <c:v>2/7/2017</c:v>
                </c:pt>
                <c:pt idx="750">
                  <c:v>2/8/2017</c:v>
                </c:pt>
                <c:pt idx="751">
                  <c:v>2/9/2017</c:v>
                </c:pt>
                <c:pt idx="752">
                  <c:v>2/10/2017</c:v>
                </c:pt>
                <c:pt idx="753">
                  <c:v>2/13/2017</c:v>
                </c:pt>
                <c:pt idx="754">
                  <c:v>2/14/2017</c:v>
                </c:pt>
                <c:pt idx="755">
                  <c:v>2/15/2017</c:v>
                </c:pt>
                <c:pt idx="756">
                  <c:v>2/16/2017</c:v>
                </c:pt>
                <c:pt idx="757">
                  <c:v>2/17/2017</c:v>
                </c:pt>
                <c:pt idx="758">
                  <c:v>2/20/2017</c:v>
                </c:pt>
                <c:pt idx="759">
                  <c:v>2/21/2017</c:v>
                </c:pt>
                <c:pt idx="760">
                  <c:v>2/22/2017</c:v>
                </c:pt>
                <c:pt idx="761">
                  <c:v>2/23/2017</c:v>
                </c:pt>
                <c:pt idx="762">
                  <c:v>2/24/2017</c:v>
                </c:pt>
                <c:pt idx="763">
                  <c:v>2/27/2017</c:v>
                </c:pt>
                <c:pt idx="764">
                  <c:v>2/28/2017</c:v>
                </c:pt>
                <c:pt idx="765">
                  <c:v>3/1/2017</c:v>
                </c:pt>
                <c:pt idx="766">
                  <c:v>3/2/2017</c:v>
                </c:pt>
                <c:pt idx="767">
                  <c:v>3/3/2017</c:v>
                </c:pt>
                <c:pt idx="768">
                  <c:v>3/6/2017</c:v>
                </c:pt>
                <c:pt idx="769">
                  <c:v>3/7/2017</c:v>
                </c:pt>
                <c:pt idx="770">
                  <c:v>3/8/2017</c:v>
                </c:pt>
                <c:pt idx="771">
                  <c:v>3/9/2017</c:v>
                </c:pt>
                <c:pt idx="772">
                  <c:v>3/10/2017</c:v>
                </c:pt>
                <c:pt idx="773">
                  <c:v>3/13/2017</c:v>
                </c:pt>
                <c:pt idx="774">
                  <c:v>3/14/2017</c:v>
                </c:pt>
                <c:pt idx="775">
                  <c:v>3/15/2017</c:v>
                </c:pt>
                <c:pt idx="776">
                  <c:v>3/16/2017</c:v>
                </c:pt>
                <c:pt idx="777">
                  <c:v>3/17/2017</c:v>
                </c:pt>
                <c:pt idx="778">
                  <c:v>3/20/2017</c:v>
                </c:pt>
                <c:pt idx="779">
                  <c:v>3/21/2017</c:v>
                </c:pt>
                <c:pt idx="780">
                  <c:v>3/22/2017</c:v>
                </c:pt>
                <c:pt idx="781">
                  <c:v>3/23/2017</c:v>
                </c:pt>
                <c:pt idx="782">
                  <c:v>3/24/2017</c:v>
                </c:pt>
                <c:pt idx="783">
                  <c:v>3/27/2017</c:v>
                </c:pt>
                <c:pt idx="784">
                  <c:v>3/28/2017</c:v>
                </c:pt>
                <c:pt idx="785">
                  <c:v>3/29/2017</c:v>
                </c:pt>
                <c:pt idx="786">
                  <c:v>3/30/2017</c:v>
                </c:pt>
                <c:pt idx="787">
                  <c:v>3/31/2017</c:v>
                </c:pt>
                <c:pt idx="788">
                  <c:v>4/5/2017</c:v>
                </c:pt>
                <c:pt idx="789">
                  <c:v>4/6/2017</c:v>
                </c:pt>
                <c:pt idx="790">
                  <c:v>4/7/2017</c:v>
                </c:pt>
                <c:pt idx="791">
                  <c:v>4/10/2017</c:v>
                </c:pt>
                <c:pt idx="792">
                  <c:v>4/11/2017</c:v>
                </c:pt>
                <c:pt idx="793">
                  <c:v>4/12/2017</c:v>
                </c:pt>
                <c:pt idx="794">
                  <c:v>4/13/2017</c:v>
                </c:pt>
                <c:pt idx="795">
                  <c:v>4/14/2017</c:v>
                </c:pt>
                <c:pt idx="796">
                  <c:v>4/17/2017</c:v>
                </c:pt>
                <c:pt idx="797">
                  <c:v>4/18/2017</c:v>
                </c:pt>
                <c:pt idx="798">
                  <c:v>4/19/2017</c:v>
                </c:pt>
                <c:pt idx="799">
                  <c:v>4/20/2017</c:v>
                </c:pt>
                <c:pt idx="800">
                  <c:v>4/21/2017</c:v>
                </c:pt>
                <c:pt idx="801">
                  <c:v>4/24/2017</c:v>
                </c:pt>
                <c:pt idx="802">
                  <c:v>4/25/2017</c:v>
                </c:pt>
                <c:pt idx="803">
                  <c:v>4/26/2017</c:v>
                </c:pt>
                <c:pt idx="804">
                  <c:v>4/27/2017</c:v>
                </c:pt>
                <c:pt idx="805">
                  <c:v>4/28/2017</c:v>
                </c:pt>
                <c:pt idx="806">
                  <c:v>5/2/2017</c:v>
                </c:pt>
                <c:pt idx="807">
                  <c:v>5/3/2017</c:v>
                </c:pt>
                <c:pt idx="808">
                  <c:v>5/4/2017</c:v>
                </c:pt>
                <c:pt idx="809">
                  <c:v>5/5/2017</c:v>
                </c:pt>
                <c:pt idx="810">
                  <c:v>5/8/2017</c:v>
                </c:pt>
                <c:pt idx="811">
                  <c:v>5/9/2017</c:v>
                </c:pt>
                <c:pt idx="812">
                  <c:v>5/10/2017</c:v>
                </c:pt>
                <c:pt idx="813">
                  <c:v>5/11/2017</c:v>
                </c:pt>
                <c:pt idx="814">
                  <c:v>5/12/2017</c:v>
                </c:pt>
                <c:pt idx="815">
                  <c:v>5/15/2017</c:v>
                </c:pt>
                <c:pt idx="816">
                  <c:v>5/16/2017</c:v>
                </c:pt>
                <c:pt idx="817">
                  <c:v>5/17/2017</c:v>
                </c:pt>
                <c:pt idx="818">
                  <c:v>5/18/2017</c:v>
                </c:pt>
                <c:pt idx="819">
                  <c:v>5/19/2017</c:v>
                </c:pt>
                <c:pt idx="820">
                  <c:v>5/22/2017</c:v>
                </c:pt>
                <c:pt idx="821">
                  <c:v>5/23/2017</c:v>
                </c:pt>
                <c:pt idx="822">
                  <c:v>5/24/2017</c:v>
                </c:pt>
                <c:pt idx="823">
                  <c:v>5/25/2017</c:v>
                </c:pt>
                <c:pt idx="824">
                  <c:v>5/26/2017</c:v>
                </c:pt>
                <c:pt idx="825">
                  <c:v>5/31/2017</c:v>
                </c:pt>
                <c:pt idx="826">
                  <c:v>6/1/2017</c:v>
                </c:pt>
                <c:pt idx="827">
                  <c:v>6/2/2017</c:v>
                </c:pt>
                <c:pt idx="828">
                  <c:v>6/5/2017</c:v>
                </c:pt>
                <c:pt idx="829">
                  <c:v>6/6/2017</c:v>
                </c:pt>
                <c:pt idx="830">
                  <c:v>6/7/2017</c:v>
                </c:pt>
                <c:pt idx="831">
                  <c:v>6/8/2017</c:v>
                </c:pt>
                <c:pt idx="832">
                  <c:v>6/9/2017</c:v>
                </c:pt>
                <c:pt idx="833">
                  <c:v>6/12/2017</c:v>
                </c:pt>
                <c:pt idx="834">
                  <c:v>6/13/2017</c:v>
                </c:pt>
                <c:pt idx="835">
                  <c:v>6/14/2017</c:v>
                </c:pt>
                <c:pt idx="836">
                  <c:v>6/15/2017</c:v>
                </c:pt>
                <c:pt idx="837">
                  <c:v>6/16/2017</c:v>
                </c:pt>
                <c:pt idx="838">
                  <c:v>6/19/2017</c:v>
                </c:pt>
                <c:pt idx="839">
                  <c:v>6/20/2017</c:v>
                </c:pt>
                <c:pt idx="840">
                  <c:v>6/21/2017</c:v>
                </c:pt>
                <c:pt idx="841">
                  <c:v>6/22/2017</c:v>
                </c:pt>
                <c:pt idx="842">
                  <c:v>6/23/2017</c:v>
                </c:pt>
                <c:pt idx="843">
                  <c:v>6/26/2017</c:v>
                </c:pt>
                <c:pt idx="844">
                  <c:v>6/27/2017</c:v>
                </c:pt>
                <c:pt idx="845">
                  <c:v>6/28/2017</c:v>
                </c:pt>
                <c:pt idx="846">
                  <c:v>6/29/2017</c:v>
                </c:pt>
                <c:pt idx="847">
                  <c:v>6/30/2017</c:v>
                </c:pt>
                <c:pt idx="848">
                  <c:v>7/3/2017</c:v>
                </c:pt>
                <c:pt idx="849">
                  <c:v>7/4/2017</c:v>
                </c:pt>
                <c:pt idx="850">
                  <c:v>7/5/2017</c:v>
                </c:pt>
                <c:pt idx="851">
                  <c:v>7/6/2017</c:v>
                </c:pt>
                <c:pt idx="852">
                  <c:v>7/7/2017</c:v>
                </c:pt>
                <c:pt idx="853">
                  <c:v>7/10/2017</c:v>
                </c:pt>
                <c:pt idx="854">
                  <c:v>7/11/2017</c:v>
                </c:pt>
                <c:pt idx="855">
                  <c:v>7/12/2017</c:v>
                </c:pt>
                <c:pt idx="856">
                  <c:v>7/13/2017</c:v>
                </c:pt>
                <c:pt idx="857">
                  <c:v>7/14/2017</c:v>
                </c:pt>
                <c:pt idx="858">
                  <c:v>7/17/2017</c:v>
                </c:pt>
                <c:pt idx="859">
                  <c:v>7/18/2017</c:v>
                </c:pt>
                <c:pt idx="860">
                  <c:v>7/19/2017</c:v>
                </c:pt>
                <c:pt idx="861">
                  <c:v>7/20/2017</c:v>
                </c:pt>
                <c:pt idx="862">
                  <c:v>7/21/2017</c:v>
                </c:pt>
                <c:pt idx="863">
                  <c:v>7/24/2017</c:v>
                </c:pt>
                <c:pt idx="864">
                  <c:v>7/25/2017</c:v>
                </c:pt>
                <c:pt idx="865">
                  <c:v>7/26/2017</c:v>
                </c:pt>
                <c:pt idx="866">
                  <c:v>7/27/2017</c:v>
                </c:pt>
                <c:pt idx="867">
                  <c:v>7/28/2017</c:v>
                </c:pt>
                <c:pt idx="868">
                  <c:v>7/31/2017</c:v>
                </c:pt>
                <c:pt idx="869">
                  <c:v>8/1/2017</c:v>
                </c:pt>
                <c:pt idx="870">
                  <c:v>8/2/2017</c:v>
                </c:pt>
                <c:pt idx="871">
                  <c:v>8/3/2017</c:v>
                </c:pt>
                <c:pt idx="872">
                  <c:v>8/4/2017</c:v>
                </c:pt>
                <c:pt idx="873">
                  <c:v>8/7/2017</c:v>
                </c:pt>
                <c:pt idx="874">
                  <c:v>8/8/2017</c:v>
                </c:pt>
                <c:pt idx="875">
                  <c:v>8/9/2017</c:v>
                </c:pt>
                <c:pt idx="876">
                  <c:v>8/10/2017</c:v>
                </c:pt>
                <c:pt idx="877">
                  <c:v>8/11/2017</c:v>
                </c:pt>
                <c:pt idx="878">
                  <c:v>8/14/2017</c:v>
                </c:pt>
                <c:pt idx="879">
                  <c:v>8/15/2017</c:v>
                </c:pt>
                <c:pt idx="880">
                  <c:v>8/16/2017</c:v>
                </c:pt>
                <c:pt idx="881">
                  <c:v>8/17/2017</c:v>
                </c:pt>
                <c:pt idx="882">
                  <c:v>8/18/2017</c:v>
                </c:pt>
                <c:pt idx="883">
                  <c:v>8/21/2017</c:v>
                </c:pt>
                <c:pt idx="884">
                  <c:v>8/22/2017</c:v>
                </c:pt>
                <c:pt idx="885">
                  <c:v>8/23/2017</c:v>
                </c:pt>
                <c:pt idx="886">
                  <c:v>8/24/2017</c:v>
                </c:pt>
                <c:pt idx="887">
                  <c:v>8/25/2017</c:v>
                </c:pt>
                <c:pt idx="888">
                  <c:v>8/28/2017</c:v>
                </c:pt>
                <c:pt idx="889">
                  <c:v>8/29/2017</c:v>
                </c:pt>
                <c:pt idx="890">
                  <c:v>8/30/2017</c:v>
                </c:pt>
                <c:pt idx="891">
                  <c:v>8/31/2017</c:v>
                </c:pt>
                <c:pt idx="892">
                  <c:v>9/1/2017</c:v>
                </c:pt>
                <c:pt idx="893">
                  <c:v>9/4/2017</c:v>
                </c:pt>
                <c:pt idx="894">
                  <c:v>9/5/2017</c:v>
                </c:pt>
                <c:pt idx="895">
                  <c:v>9/6/2017</c:v>
                </c:pt>
                <c:pt idx="896">
                  <c:v>9/7/2017</c:v>
                </c:pt>
                <c:pt idx="897">
                  <c:v>9/8/2017</c:v>
                </c:pt>
                <c:pt idx="898">
                  <c:v>9/11/2017</c:v>
                </c:pt>
                <c:pt idx="899">
                  <c:v>9/12/2017</c:v>
                </c:pt>
                <c:pt idx="900">
                  <c:v>9/13/2017</c:v>
                </c:pt>
                <c:pt idx="901">
                  <c:v>9/14/2017</c:v>
                </c:pt>
                <c:pt idx="902">
                  <c:v>9/15/2017</c:v>
                </c:pt>
                <c:pt idx="903">
                  <c:v>9/18/2017</c:v>
                </c:pt>
                <c:pt idx="904">
                  <c:v>9/19/2017</c:v>
                </c:pt>
                <c:pt idx="905">
                  <c:v>9/20/2017</c:v>
                </c:pt>
                <c:pt idx="906">
                  <c:v>9/21/2017</c:v>
                </c:pt>
                <c:pt idx="907">
                  <c:v>9/22/2017</c:v>
                </c:pt>
                <c:pt idx="908">
                  <c:v>9/25/2017</c:v>
                </c:pt>
                <c:pt idx="909">
                  <c:v>9/26/2017</c:v>
                </c:pt>
                <c:pt idx="910">
                  <c:v>9/27/2017</c:v>
                </c:pt>
                <c:pt idx="911">
                  <c:v>9/28/2017</c:v>
                </c:pt>
                <c:pt idx="912">
                  <c:v>9/29/2017</c:v>
                </c:pt>
                <c:pt idx="913">
                  <c:v>10/9/2017</c:v>
                </c:pt>
                <c:pt idx="914">
                  <c:v>10/10/2017</c:v>
                </c:pt>
                <c:pt idx="915">
                  <c:v>10/11/2017</c:v>
                </c:pt>
                <c:pt idx="916">
                  <c:v>10/12/2017</c:v>
                </c:pt>
                <c:pt idx="917">
                  <c:v>10/13/2017</c:v>
                </c:pt>
                <c:pt idx="918">
                  <c:v>10/16/2017</c:v>
                </c:pt>
                <c:pt idx="919">
                  <c:v>10/17/2017</c:v>
                </c:pt>
                <c:pt idx="920">
                  <c:v>10/18/2017</c:v>
                </c:pt>
                <c:pt idx="921">
                  <c:v>10/19/2017</c:v>
                </c:pt>
                <c:pt idx="922">
                  <c:v>10/20/2017</c:v>
                </c:pt>
                <c:pt idx="923">
                  <c:v>10/23/2017</c:v>
                </c:pt>
                <c:pt idx="924">
                  <c:v>10/24/2017</c:v>
                </c:pt>
                <c:pt idx="925">
                  <c:v>10/25/2017</c:v>
                </c:pt>
                <c:pt idx="926">
                  <c:v>10/26/2017</c:v>
                </c:pt>
                <c:pt idx="927">
                  <c:v>10/27/2017</c:v>
                </c:pt>
                <c:pt idx="928">
                  <c:v>10/30/2017</c:v>
                </c:pt>
                <c:pt idx="929">
                  <c:v>10/31/2017</c:v>
                </c:pt>
                <c:pt idx="930">
                  <c:v>11/1/2017</c:v>
                </c:pt>
                <c:pt idx="931">
                  <c:v>11/2/2017</c:v>
                </c:pt>
                <c:pt idx="932">
                  <c:v>11/3/2017</c:v>
                </c:pt>
                <c:pt idx="933">
                  <c:v>11/6/2017</c:v>
                </c:pt>
                <c:pt idx="934">
                  <c:v>11/7/2017</c:v>
                </c:pt>
                <c:pt idx="935">
                  <c:v>11/8/2017</c:v>
                </c:pt>
                <c:pt idx="936">
                  <c:v>11/9/2017</c:v>
                </c:pt>
                <c:pt idx="937">
                  <c:v>11/10/2017</c:v>
                </c:pt>
                <c:pt idx="938">
                  <c:v>11/13/2017</c:v>
                </c:pt>
                <c:pt idx="939">
                  <c:v>11/14/2017</c:v>
                </c:pt>
                <c:pt idx="940">
                  <c:v>11/15/2017</c:v>
                </c:pt>
                <c:pt idx="941">
                  <c:v>11/16/2017</c:v>
                </c:pt>
                <c:pt idx="942">
                  <c:v>11/17/2017</c:v>
                </c:pt>
                <c:pt idx="943">
                  <c:v>11/20/2017</c:v>
                </c:pt>
                <c:pt idx="944">
                  <c:v>11/21/2017</c:v>
                </c:pt>
                <c:pt idx="945">
                  <c:v>11/22/2017</c:v>
                </c:pt>
                <c:pt idx="946">
                  <c:v>11/23/2017</c:v>
                </c:pt>
                <c:pt idx="947">
                  <c:v>11/24/2017</c:v>
                </c:pt>
                <c:pt idx="948">
                  <c:v>11/27/2017</c:v>
                </c:pt>
                <c:pt idx="949">
                  <c:v>11/28/2017</c:v>
                </c:pt>
                <c:pt idx="950">
                  <c:v>11/29/2017</c:v>
                </c:pt>
                <c:pt idx="951">
                  <c:v>11/30/2017</c:v>
                </c:pt>
                <c:pt idx="952">
                  <c:v>12/1/2017</c:v>
                </c:pt>
                <c:pt idx="953">
                  <c:v>12/4/2017</c:v>
                </c:pt>
                <c:pt idx="954">
                  <c:v>12/5/2017</c:v>
                </c:pt>
                <c:pt idx="955">
                  <c:v>12/6/2017</c:v>
                </c:pt>
                <c:pt idx="956">
                  <c:v>12/7/2017</c:v>
                </c:pt>
                <c:pt idx="957">
                  <c:v>12/8/2017</c:v>
                </c:pt>
                <c:pt idx="958">
                  <c:v>12/11/2017</c:v>
                </c:pt>
                <c:pt idx="959">
                  <c:v>12/12/2017</c:v>
                </c:pt>
                <c:pt idx="960">
                  <c:v>12/13/2017</c:v>
                </c:pt>
                <c:pt idx="961">
                  <c:v>12/14/2017</c:v>
                </c:pt>
                <c:pt idx="962">
                  <c:v>12/15/2017</c:v>
                </c:pt>
                <c:pt idx="963">
                  <c:v>12/18/2017</c:v>
                </c:pt>
                <c:pt idx="964">
                  <c:v>12/19/2017</c:v>
                </c:pt>
                <c:pt idx="965">
                  <c:v>12/20/2017</c:v>
                </c:pt>
                <c:pt idx="966">
                  <c:v>12/21/2017</c:v>
                </c:pt>
                <c:pt idx="967">
                  <c:v>12/22/2017</c:v>
                </c:pt>
                <c:pt idx="968">
                  <c:v>12/25/2017</c:v>
                </c:pt>
                <c:pt idx="969">
                  <c:v>12/26/2017</c:v>
                </c:pt>
                <c:pt idx="970">
                  <c:v>12/27/2017</c:v>
                </c:pt>
                <c:pt idx="971">
                  <c:v>12/28/2017</c:v>
                </c:pt>
                <c:pt idx="972">
                  <c:v>12/29/2017</c:v>
                </c:pt>
              </c:strCache>
            </c:strRef>
          </c:cat>
          <c:val>
            <c:numRef>
              <c:f>data!$D$2:$D$974</c:f>
              <c:numCache>
                <c:formatCode>General</c:formatCode>
                <c:ptCount val="973"/>
                <c:pt idx="0">
                  <c:v>118.0685</c:v>
                </c:pt>
                <c:pt idx="1">
                  <c:v>118.01690000000001</c:v>
                </c:pt>
                <c:pt idx="2">
                  <c:v>118.19710000000001</c:v>
                </c:pt>
                <c:pt idx="3">
                  <c:v>118.12520000000001</c:v>
                </c:pt>
                <c:pt idx="4">
                  <c:v>118.34610000000001</c:v>
                </c:pt>
                <c:pt idx="5">
                  <c:v>118.35720000000001</c:v>
                </c:pt>
                <c:pt idx="6">
                  <c:v>118.37820000000001</c:v>
                </c:pt>
                <c:pt idx="7">
                  <c:v>117.99720000000001</c:v>
                </c:pt>
                <c:pt idx="8">
                  <c:v>118.11020000000001</c:v>
                </c:pt>
                <c:pt idx="9">
                  <c:v>118.47410000000001</c:v>
                </c:pt>
                <c:pt idx="10">
                  <c:v>118.52930000000001</c:v>
                </c:pt>
                <c:pt idx="11">
                  <c:v>118.5163</c:v>
                </c:pt>
                <c:pt idx="12">
                  <c:v>118.5921</c:v>
                </c:pt>
                <c:pt idx="13">
                  <c:v>118.804</c:v>
                </c:pt>
                <c:pt idx="14">
                  <c:v>118.63549999999999</c:v>
                </c:pt>
                <c:pt idx="15">
                  <c:v>118.57689999999999</c:v>
                </c:pt>
                <c:pt idx="16">
                  <c:v>118.39019999999999</c:v>
                </c:pt>
                <c:pt idx="17">
                  <c:v>118.32340000000001</c:v>
                </c:pt>
                <c:pt idx="18">
                  <c:v>118.32550000000001</c:v>
                </c:pt>
                <c:pt idx="19">
                  <c:v>118.3194</c:v>
                </c:pt>
                <c:pt idx="20">
                  <c:v>118.29810000000001</c:v>
                </c:pt>
                <c:pt idx="21">
                  <c:v>118.048</c:v>
                </c:pt>
                <c:pt idx="22">
                  <c:v>118.08029999999999</c:v>
                </c:pt>
                <c:pt idx="23">
                  <c:v>117.9657</c:v>
                </c:pt>
                <c:pt idx="24">
                  <c:v>117.9995</c:v>
                </c:pt>
                <c:pt idx="25">
                  <c:v>117.95950000000001</c:v>
                </c:pt>
                <c:pt idx="26">
                  <c:v>117.6812</c:v>
                </c:pt>
                <c:pt idx="27">
                  <c:v>117.69710000000001</c:v>
                </c:pt>
                <c:pt idx="28">
                  <c:v>117.7176</c:v>
                </c:pt>
                <c:pt idx="29">
                  <c:v>117.4389</c:v>
                </c:pt>
                <c:pt idx="30">
                  <c:v>117.3964</c:v>
                </c:pt>
                <c:pt idx="31">
                  <c:v>117.4269</c:v>
                </c:pt>
                <c:pt idx="32">
                  <c:v>117.1768</c:v>
                </c:pt>
                <c:pt idx="33">
                  <c:v>116.60550000000001</c:v>
                </c:pt>
                <c:pt idx="34">
                  <c:v>116.66630000000001</c:v>
                </c:pt>
                <c:pt idx="35">
                  <c:v>116.8763</c:v>
                </c:pt>
                <c:pt idx="36">
                  <c:v>116.34399999999999</c:v>
                </c:pt>
                <c:pt idx="37">
                  <c:v>116.1178</c:v>
                </c:pt>
                <c:pt idx="38">
                  <c:v>116.288</c:v>
                </c:pt>
                <c:pt idx="39">
                  <c:v>116.6784</c:v>
                </c:pt>
                <c:pt idx="40">
                  <c:v>116.87520000000001</c:v>
                </c:pt>
                <c:pt idx="41">
                  <c:v>116.4813</c:v>
                </c:pt>
                <c:pt idx="42">
                  <c:v>116.3473</c:v>
                </c:pt>
                <c:pt idx="43">
                  <c:v>116.3797</c:v>
                </c:pt>
                <c:pt idx="44">
                  <c:v>116.3698</c:v>
                </c:pt>
                <c:pt idx="45">
                  <c:v>116.0848</c:v>
                </c:pt>
                <c:pt idx="46">
                  <c:v>115.9235</c:v>
                </c:pt>
                <c:pt idx="47">
                  <c:v>115.37</c:v>
                </c:pt>
                <c:pt idx="48">
                  <c:v>114.9873</c:v>
                </c:pt>
                <c:pt idx="49">
                  <c:v>114.7976</c:v>
                </c:pt>
                <c:pt idx="50">
                  <c:v>114.6604</c:v>
                </c:pt>
                <c:pt idx="51">
                  <c:v>114.7984</c:v>
                </c:pt>
                <c:pt idx="52">
                  <c:v>115.2834</c:v>
                </c:pt>
                <c:pt idx="53">
                  <c:v>114.9854</c:v>
                </c:pt>
                <c:pt idx="54">
                  <c:v>114.76090000000001</c:v>
                </c:pt>
                <c:pt idx="55">
                  <c:v>114.7461</c:v>
                </c:pt>
                <c:pt idx="56">
                  <c:v>114.8121</c:v>
                </c:pt>
                <c:pt idx="57">
                  <c:v>114.7505</c:v>
                </c:pt>
                <c:pt idx="58">
                  <c:v>114.8287</c:v>
                </c:pt>
                <c:pt idx="59">
                  <c:v>114.9143</c:v>
                </c:pt>
                <c:pt idx="60">
                  <c:v>114.9932</c:v>
                </c:pt>
                <c:pt idx="61">
                  <c:v>115.0402</c:v>
                </c:pt>
                <c:pt idx="62">
                  <c:v>114.9218</c:v>
                </c:pt>
                <c:pt idx="63">
                  <c:v>114.633</c:v>
                </c:pt>
                <c:pt idx="64">
                  <c:v>114.1639</c:v>
                </c:pt>
                <c:pt idx="65">
                  <c:v>114.14109999999999</c:v>
                </c:pt>
                <c:pt idx="66">
                  <c:v>114.15949999999999</c:v>
                </c:pt>
                <c:pt idx="67">
                  <c:v>114.2158</c:v>
                </c:pt>
                <c:pt idx="68">
                  <c:v>114.1947</c:v>
                </c:pt>
                <c:pt idx="69">
                  <c:v>114.1574</c:v>
                </c:pt>
                <c:pt idx="70">
                  <c:v>114.1758</c:v>
                </c:pt>
                <c:pt idx="71">
                  <c:v>114.1121</c:v>
                </c:pt>
                <c:pt idx="72">
                  <c:v>113.98220000000001</c:v>
                </c:pt>
                <c:pt idx="73">
                  <c:v>113.9332</c:v>
                </c:pt>
                <c:pt idx="74">
                  <c:v>113.7701</c:v>
                </c:pt>
                <c:pt idx="75">
                  <c:v>113.7011</c:v>
                </c:pt>
                <c:pt idx="76">
                  <c:v>113.60380000000001</c:v>
                </c:pt>
                <c:pt idx="77">
                  <c:v>113.6237</c:v>
                </c:pt>
                <c:pt idx="78">
                  <c:v>113.7135</c:v>
                </c:pt>
                <c:pt idx="79">
                  <c:v>113.68519999999999</c:v>
                </c:pt>
                <c:pt idx="80">
                  <c:v>113.8492</c:v>
                </c:pt>
                <c:pt idx="81">
                  <c:v>113.59139999999999</c:v>
                </c:pt>
                <c:pt idx="82">
                  <c:v>113.5955</c:v>
                </c:pt>
                <c:pt idx="83">
                  <c:v>113.79089999999999</c:v>
                </c:pt>
                <c:pt idx="84">
                  <c:v>113.866</c:v>
                </c:pt>
                <c:pt idx="85">
                  <c:v>113.9803</c:v>
                </c:pt>
                <c:pt idx="86">
                  <c:v>113.9935</c:v>
                </c:pt>
                <c:pt idx="87">
                  <c:v>114.0857</c:v>
                </c:pt>
                <c:pt idx="88">
                  <c:v>113.87009999999999</c:v>
                </c:pt>
                <c:pt idx="89">
                  <c:v>113.7555</c:v>
                </c:pt>
                <c:pt idx="90">
                  <c:v>113.8395</c:v>
                </c:pt>
                <c:pt idx="91">
                  <c:v>113.8075</c:v>
                </c:pt>
                <c:pt idx="92">
                  <c:v>113.91719999999999</c:v>
                </c:pt>
                <c:pt idx="93">
                  <c:v>114.04049999999999</c:v>
                </c:pt>
                <c:pt idx="94">
                  <c:v>113.9512</c:v>
                </c:pt>
                <c:pt idx="95">
                  <c:v>113.7664</c:v>
                </c:pt>
                <c:pt idx="96">
                  <c:v>113.7638</c:v>
                </c:pt>
                <c:pt idx="97">
                  <c:v>114.0277</c:v>
                </c:pt>
                <c:pt idx="98">
                  <c:v>113.9136</c:v>
                </c:pt>
                <c:pt idx="99">
                  <c:v>114.0013</c:v>
                </c:pt>
                <c:pt idx="100">
                  <c:v>114.1494</c:v>
                </c:pt>
                <c:pt idx="101">
                  <c:v>114.0003</c:v>
                </c:pt>
                <c:pt idx="102">
                  <c:v>113.8809</c:v>
                </c:pt>
                <c:pt idx="103">
                  <c:v>114.0136</c:v>
                </c:pt>
                <c:pt idx="104">
                  <c:v>114.39919999999999</c:v>
                </c:pt>
                <c:pt idx="105">
                  <c:v>114.3968</c:v>
                </c:pt>
                <c:pt idx="106">
                  <c:v>114.5448</c:v>
                </c:pt>
                <c:pt idx="107">
                  <c:v>114.4885</c:v>
                </c:pt>
                <c:pt idx="108">
                  <c:v>114.4164</c:v>
                </c:pt>
                <c:pt idx="109">
                  <c:v>114.35120000000001</c:v>
                </c:pt>
                <c:pt idx="110">
                  <c:v>114.3553</c:v>
                </c:pt>
                <c:pt idx="111">
                  <c:v>113.9425</c:v>
                </c:pt>
                <c:pt idx="112">
                  <c:v>114.16119999999999</c:v>
                </c:pt>
                <c:pt idx="113">
                  <c:v>114.1362</c:v>
                </c:pt>
                <c:pt idx="114">
                  <c:v>113.9434</c:v>
                </c:pt>
                <c:pt idx="115">
                  <c:v>113.937</c:v>
                </c:pt>
                <c:pt idx="116">
                  <c:v>113.99469999999999</c:v>
                </c:pt>
                <c:pt idx="117">
                  <c:v>114.0014</c:v>
                </c:pt>
                <c:pt idx="118">
                  <c:v>114.2427</c:v>
                </c:pt>
                <c:pt idx="119">
                  <c:v>114.5003</c:v>
                </c:pt>
                <c:pt idx="120">
                  <c:v>114.3621</c:v>
                </c:pt>
                <c:pt idx="121">
                  <c:v>114.44970000000001</c:v>
                </c:pt>
                <c:pt idx="122">
                  <c:v>114.7814</c:v>
                </c:pt>
                <c:pt idx="123">
                  <c:v>114.81140000000001</c:v>
                </c:pt>
                <c:pt idx="124">
                  <c:v>114.74209999999999</c:v>
                </c:pt>
                <c:pt idx="125">
                  <c:v>114.7255</c:v>
                </c:pt>
                <c:pt idx="126">
                  <c:v>114.5958</c:v>
                </c:pt>
                <c:pt idx="127">
                  <c:v>114.5253</c:v>
                </c:pt>
                <c:pt idx="128">
                  <c:v>114.56359999999999</c:v>
                </c:pt>
                <c:pt idx="129">
                  <c:v>114.6165</c:v>
                </c:pt>
                <c:pt idx="130">
                  <c:v>114.8969</c:v>
                </c:pt>
                <c:pt idx="131">
                  <c:v>114.9271</c:v>
                </c:pt>
                <c:pt idx="132">
                  <c:v>114.8817</c:v>
                </c:pt>
                <c:pt idx="133">
                  <c:v>114.8593</c:v>
                </c:pt>
                <c:pt idx="134">
                  <c:v>115.04770000000001</c:v>
                </c:pt>
                <c:pt idx="135">
                  <c:v>115.08150000000001</c:v>
                </c:pt>
                <c:pt idx="136">
                  <c:v>115.261</c:v>
                </c:pt>
                <c:pt idx="137">
                  <c:v>115.4639</c:v>
                </c:pt>
                <c:pt idx="138">
                  <c:v>115.6486</c:v>
                </c:pt>
                <c:pt idx="139">
                  <c:v>115.76220000000001</c:v>
                </c:pt>
                <c:pt idx="140">
                  <c:v>116.1095</c:v>
                </c:pt>
                <c:pt idx="141">
                  <c:v>116.29470000000001</c:v>
                </c:pt>
                <c:pt idx="142">
                  <c:v>116.33459999999999</c:v>
                </c:pt>
                <c:pt idx="143">
                  <c:v>116.17610000000001</c:v>
                </c:pt>
                <c:pt idx="144">
                  <c:v>116.3583</c:v>
                </c:pt>
                <c:pt idx="145">
                  <c:v>116.6232</c:v>
                </c:pt>
                <c:pt idx="146">
                  <c:v>116.6844</c:v>
                </c:pt>
                <c:pt idx="147">
                  <c:v>116.6953</c:v>
                </c:pt>
                <c:pt idx="148">
                  <c:v>116.7231</c:v>
                </c:pt>
                <c:pt idx="149">
                  <c:v>116.7355</c:v>
                </c:pt>
                <c:pt idx="150">
                  <c:v>116.8322</c:v>
                </c:pt>
                <c:pt idx="151">
                  <c:v>116.8509</c:v>
                </c:pt>
                <c:pt idx="152">
                  <c:v>116.8381</c:v>
                </c:pt>
                <c:pt idx="153">
                  <c:v>116.91549999999999</c:v>
                </c:pt>
                <c:pt idx="154">
                  <c:v>117.0866</c:v>
                </c:pt>
                <c:pt idx="155">
                  <c:v>117.3703</c:v>
                </c:pt>
                <c:pt idx="156">
                  <c:v>117.4066</c:v>
                </c:pt>
                <c:pt idx="157">
                  <c:v>117.2347</c:v>
                </c:pt>
                <c:pt idx="158">
                  <c:v>117.5333</c:v>
                </c:pt>
                <c:pt idx="159">
                  <c:v>117.5177</c:v>
                </c:pt>
                <c:pt idx="160">
                  <c:v>117.6904</c:v>
                </c:pt>
                <c:pt idx="161">
                  <c:v>117.557</c:v>
                </c:pt>
                <c:pt idx="162">
                  <c:v>117.7422</c:v>
                </c:pt>
                <c:pt idx="163">
                  <c:v>117.97069999999999</c:v>
                </c:pt>
                <c:pt idx="164">
                  <c:v>118.05929999999999</c:v>
                </c:pt>
                <c:pt idx="165">
                  <c:v>118.1964</c:v>
                </c:pt>
                <c:pt idx="166">
                  <c:v>118.1741</c:v>
                </c:pt>
                <c:pt idx="167">
                  <c:v>118.6622</c:v>
                </c:pt>
                <c:pt idx="168">
                  <c:v>119.2992</c:v>
                </c:pt>
                <c:pt idx="169">
                  <c:v>119.4692</c:v>
                </c:pt>
                <c:pt idx="170">
                  <c:v>119.5074</c:v>
                </c:pt>
                <c:pt idx="171">
                  <c:v>119.5866</c:v>
                </c:pt>
                <c:pt idx="172">
                  <c:v>119.63039999999999</c:v>
                </c:pt>
                <c:pt idx="173">
                  <c:v>119.55240000000001</c:v>
                </c:pt>
                <c:pt idx="174">
                  <c:v>119.4533</c:v>
                </c:pt>
                <c:pt idx="175">
                  <c:v>119.97239999999999</c:v>
                </c:pt>
                <c:pt idx="176">
                  <c:v>120.05629999999999</c:v>
                </c:pt>
                <c:pt idx="177">
                  <c:v>120.1652</c:v>
                </c:pt>
                <c:pt idx="178">
                  <c:v>120.11490000000001</c:v>
                </c:pt>
                <c:pt idx="179">
                  <c:v>120.2256</c:v>
                </c:pt>
                <c:pt idx="180">
                  <c:v>120.6785</c:v>
                </c:pt>
                <c:pt idx="181">
                  <c:v>120.88720000000001</c:v>
                </c:pt>
                <c:pt idx="182">
                  <c:v>120.9177</c:v>
                </c:pt>
                <c:pt idx="183">
                  <c:v>121.0321</c:v>
                </c:pt>
                <c:pt idx="184">
                  <c:v>119.3925</c:v>
                </c:pt>
                <c:pt idx="185">
                  <c:v>119.06570000000001</c:v>
                </c:pt>
                <c:pt idx="186">
                  <c:v>119.6362</c:v>
                </c:pt>
                <c:pt idx="187">
                  <c:v>119.544</c:v>
                </c:pt>
                <c:pt idx="188">
                  <c:v>119.5714</c:v>
                </c:pt>
                <c:pt idx="189">
                  <c:v>119.76049999999999</c:v>
                </c:pt>
                <c:pt idx="190">
                  <c:v>119.18810000000001</c:v>
                </c:pt>
                <c:pt idx="191">
                  <c:v>119.2901</c:v>
                </c:pt>
                <c:pt idx="192">
                  <c:v>119.417</c:v>
                </c:pt>
                <c:pt idx="193">
                  <c:v>119.2452</c:v>
                </c:pt>
                <c:pt idx="194">
                  <c:v>119.6662</c:v>
                </c:pt>
                <c:pt idx="195">
                  <c:v>119.9294</c:v>
                </c:pt>
                <c:pt idx="196">
                  <c:v>120.1358</c:v>
                </c:pt>
                <c:pt idx="197">
                  <c:v>119.9944</c:v>
                </c:pt>
                <c:pt idx="198">
                  <c:v>120.03830000000001</c:v>
                </c:pt>
                <c:pt idx="199">
                  <c:v>120.0124</c:v>
                </c:pt>
                <c:pt idx="200">
                  <c:v>120.6728</c:v>
                </c:pt>
                <c:pt idx="201">
                  <c:v>120.9552</c:v>
                </c:pt>
                <c:pt idx="202">
                  <c:v>121.5697</c:v>
                </c:pt>
                <c:pt idx="203">
                  <c:v>121.8113</c:v>
                </c:pt>
                <c:pt idx="204">
                  <c:v>122.16330000000001</c:v>
                </c:pt>
                <c:pt idx="205">
                  <c:v>122.3488</c:v>
                </c:pt>
                <c:pt idx="206">
                  <c:v>122.92829999999999</c:v>
                </c:pt>
                <c:pt idx="207">
                  <c:v>122.2402</c:v>
                </c:pt>
                <c:pt idx="208">
                  <c:v>122.6519</c:v>
                </c:pt>
                <c:pt idx="209">
                  <c:v>122.2834</c:v>
                </c:pt>
                <c:pt idx="210">
                  <c:v>122.3867</c:v>
                </c:pt>
                <c:pt idx="211">
                  <c:v>122.71510000000001</c:v>
                </c:pt>
                <c:pt idx="212">
                  <c:v>122.56310000000001</c:v>
                </c:pt>
                <c:pt idx="213">
                  <c:v>122.78019999999999</c:v>
                </c:pt>
                <c:pt idx="214">
                  <c:v>122.822</c:v>
                </c:pt>
                <c:pt idx="215">
                  <c:v>122.8968</c:v>
                </c:pt>
                <c:pt idx="216">
                  <c:v>122.67019999999999</c:v>
                </c:pt>
                <c:pt idx="217">
                  <c:v>122.5308</c:v>
                </c:pt>
                <c:pt idx="218">
                  <c:v>122.5681</c:v>
                </c:pt>
                <c:pt idx="219">
                  <c:v>122.59229999999999</c:v>
                </c:pt>
                <c:pt idx="220">
                  <c:v>122.5672</c:v>
                </c:pt>
                <c:pt idx="221">
                  <c:v>123.0925</c:v>
                </c:pt>
                <c:pt idx="222">
                  <c:v>123.3955</c:v>
                </c:pt>
                <c:pt idx="223">
                  <c:v>123.42829999999999</c:v>
                </c:pt>
                <c:pt idx="224">
                  <c:v>124.1146</c:v>
                </c:pt>
                <c:pt idx="225">
                  <c:v>124.0197</c:v>
                </c:pt>
                <c:pt idx="226">
                  <c:v>124.1339</c:v>
                </c:pt>
                <c:pt idx="227">
                  <c:v>123.6472</c:v>
                </c:pt>
                <c:pt idx="228">
                  <c:v>123.0318</c:v>
                </c:pt>
                <c:pt idx="229">
                  <c:v>123.5085</c:v>
                </c:pt>
                <c:pt idx="230">
                  <c:v>123.5685</c:v>
                </c:pt>
                <c:pt idx="231">
                  <c:v>124.0206</c:v>
                </c:pt>
                <c:pt idx="232">
                  <c:v>123.6116</c:v>
                </c:pt>
                <c:pt idx="233">
                  <c:v>124.029</c:v>
                </c:pt>
                <c:pt idx="234">
                  <c:v>123.5219</c:v>
                </c:pt>
                <c:pt idx="235">
                  <c:v>123.4824</c:v>
                </c:pt>
                <c:pt idx="236">
                  <c:v>123.7204</c:v>
                </c:pt>
                <c:pt idx="237">
                  <c:v>123.7084</c:v>
                </c:pt>
                <c:pt idx="238">
                  <c:v>123.59</c:v>
                </c:pt>
                <c:pt idx="239">
                  <c:v>123.6045</c:v>
                </c:pt>
                <c:pt idx="240">
                  <c:v>123.87909999999999</c:v>
                </c:pt>
                <c:pt idx="241">
                  <c:v>123.8728</c:v>
                </c:pt>
                <c:pt idx="242">
                  <c:v>124.97239999999999</c:v>
                </c:pt>
                <c:pt idx="243">
                  <c:v>124.9937</c:v>
                </c:pt>
                <c:pt idx="244">
                  <c:v>125.23390000000001</c:v>
                </c:pt>
                <c:pt idx="245">
                  <c:v>126.18689999999999</c:v>
                </c:pt>
                <c:pt idx="246">
                  <c:v>126.2209</c:v>
                </c:pt>
                <c:pt idx="247">
                  <c:v>126.2272</c:v>
                </c:pt>
                <c:pt idx="248">
                  <c:v>126.41030000000001</c:v>
                </c:pt>
                <c:pt idx="249">
                  <c:v>126.376</c:v>
                </c:pt>
                <c:pt idx="250">
                  <c:v>126.70229999999999</c:v>
                </c:pt>
                <c:pt idx="251">
                  <c:v>126.5042</c:v>
                </c:pt>
                <c:pt idx="252">
                  <c:v>126.5724</c:v>
                </c:pt>
                <c:pt idx="253">
                  <c:v>126.8365</c:v>
                </c:pt>
                <c:pt idx="254">
                  <c:v>127.00409999999999</c:v>
                </c:pt>
                <c:pt idx="255">
                  <c:v>127.1163</c:v>
                </c:pt>
                <c:pt idx="256">
                  <c:v>127.44070000000001</c:v>
                </c:pt>
                <c:pt idx="257">
                  <c:v>127.4965</c:v>
                </c:pt>
                <c:pt idx="258">
                  <c:v>127.7084</c:v>
                </c:pt>
                <c:pt idx="259">
                  <c:v>127.3242</c:v>
                </c:pt>
                <c:pt idx="260">
                  <c:v>127.8135</c:v>
                </c:pt>
                <c:pt idx="261">
                  <c:v>127.6532</c:v>
                </c:pt>
                <c:pt idx="262">
                  <c:v>127.6357</c:v>
                </c:pt>
                <c:pt idx="263">
                  <c:v>127.59610000000001</c:v>
                </c:pt>
                <c:pt idx="264">
                  <c:v>127.2146</c:v>
                </c:pt>
                <c:pt idx="265">
                  <c:v>127.404</c:v>
                </c:pt>
                <c:pt idx="266">
                  <c:v>126.9799</c:v>
                </c:pt>
                <c:pt idx="267">
                  <c:v>127.4102</c:v>
                </c:pt>
                <c:pt idx="268">
                  <c:v>127.5754</c:v>
                </c:pt>
                <c:pt idx="269">
                  <c:v>127.8693</c:v>
                </c:pt>
                <c:pt idx="270">
                  <c:v>127.9252</c:v>
                </c:pt>
                <c:pt idx="271">
                  <c:v>127.3302</c:v>
                </c:pt>
                <c:pt idx="272">
                  <c:v>127.13979999999999</c:v>
                </c:pt>
                <c:pt idx="273">
                  <c:v>127.2582</c:v>
                </c:pt>
                <c:pt idx="274">
                  <c:v>127.02419999999999</c:v>
                </c:pt>
                <c:pt idx="275">
                  <c:v>126.51260000000001</c:v>
                </c:pt>
                <c:pt idx="276">
                  <c:v>127.024</c:v>
                </c:pt>
                <c:pt idx="277">
                  <c:v>127.1455</c:v>
                </c:pt>
                <c:pt idx="278">
                  <c:v>127.14319999999999</c:v>
                </c:pt>
                <c:pt idx="279">
                  <c:v>127.22750000000001</c:v>
                </c:pt>
                <c:pt idx="280">
                  <c:v>127.70569999999999</c:v>
                </c:pt>
                <c:pt idx="281">
                  <c:v>127.9511</c:v>
                </c:pt>
                <c:pt idx="282">
                  <c:v>128.5395</c:v>
                </c:pt>
                <c:pt idx="283">
                  <c:v>129.0461</c:v>
                </c:pt>
                <c:pt idx="284">
                  <c:v>129.44479999999999</c:v>
                </c:pt>
                <c:pt idx="285">
                  <c:v>129.4846</c:v>
                </c:pt>
                <c:pt idx="286">
                  <c:v>129.69290000000001</c:v>
                </c:pt>
                <c:pt idx="287">
                  <c:v>129.9401</c:v>
                </c:pt>
                <c:pt idx="288">
                  <c:v>130.1284</c:v>
                </c:pt>
                <c:pt idx="289">
                  <c:v>130.59280000000001</c:v>
                </c:pt>
                <c:pt idx="290">
                  <c:v>130.7003</c:v>
                </c:pt>
                <c:pt idx="291">
                  <c:v>130.46879999999999</c:v>
                </c:pt>
                <c:pt idx="292">
                  <c:v>129.65819999999999</c:v>
                </c:pt>
                <c:pt idx="293">
                  <c:v>129.00120000000001</c:v>
                </c:pt>
                <c:pt idx="294">
                  <c:v>128.80950000000001</c:v>
                </c:pt>
                <c:pt idx="295">
                  <c:v>128.25129999999999</c:v>
                </c:pt>
                <c:pt idx="296">
                  <c:v>129.1558</c:v>
                </c:pt>
                <c:pt idx="297">
                  <c:v>129.3783</c:v>
                </c:pt>
                <c:pt idx="298">
                  <c:v>130.1352</c:v>
                </c:pt>
                <c:pt idx="299">
                  <c:v>130.63300000000001</c:v>
                </c:pt>
                <c:pt idx="300">
                  <c:v>130.20070000000001</c:v>
                </c:pt>
                <c:pt idx="301">
                  <c:v>130.05549999999999</c:v>
                </c:pt>
                <c:pt idx="302">
                  <c:v>129.87880000000001</c:v>
                </c:pt>
                <c:pt idx="303">
                  <c:v>129.63249999999999</c:v>
                </c:pt>
                <c:pt idx="304">
                  <c:v>130.04560000000001</c:v>
                </c:pt>
                <c:pt idx="305">
                  <c:v>130.0189</c:v>
                </c:pt>
                <c:pt idx="306">
                  <c:v>130.27119999999999</c:v>
                </c:pt>
                <c:pt idx="307">
                  <c:v>130.33680000000001</c:v>
                </c:pt>
                <c:pt idx="308">
                  <c:v>130.08260000000001</c:v>
                </c:pt>
                <c:pt idx="309">
                  <c:v>129.7936</c:v>
                </c:pt>
                <c:pt idx="310">
                  <c:v>129.05099999999999</c:v>
                </c:pt>
                <c:pt idx="311">
                  <c:v>129.14519999999999</c:v>
                </c:pt>
                <c:pt idx="312">
                  <c:v>130.03059999999999</c:v>
                </c:pt>
                <c:pt idx="313">
                  <c:v>129.75810000000001</c:v>
                </c:pt>
                <c:pt idx="314">
                  <c:v>129.69739999999999</c:v>
                </c:pt>
                <c:pt idx="315">
                  <c:v>128.7782</c:v>
                </c:pt>
                <c:pt idx="316">
                  <c:v>128.66569999999999</c:v>
                </c:pt>
                <c:pt idx="317">
                  <c:v>128.71549999999999</c:v>
                </c:pt>
                <c:pt idx="318">
                  <c:v>128.22219999999999</c:v>
                </c:pt>
                <c:pt idx="319">
                  <c:v>127.3674</c:v>
                </c:pt>
                <c:pt idx="320">
                  <c:v>127.937</c:v>
                </c:pt>
                <c:pt idx="321">
                  <c:v>128.27019999999999</c:v>
                </c:pt>
                <c:pt idx="322">
                  <c:v>127.5188</c:v>
                </c:pt>
                <c:pt idx="323">
                  <c:v>127.09690000000001</c:v>
                </c:pt>
                <c:pt idx="324">
                  <c:v>127.4545</c:v>
                </c:pt>
                <c:pt idx="325">
                  <c:v>127.6932</c:v>
                </c:pt>
                <c:pt idx="326">
                  <c:v>127.35429999999999</c:v>
                </c:pt>
                <c:pt idx="327">
                  <c:v>127.2377</c:v>
                </c:pt>
                <c:pt idx="328">
                  <c:v>126.6146</c:v>
                </c:pt>
                <c:pt idx="329">
                  <c:v>126.6694</c:v>
                </c:pt>
                <c:pt idx="330">
                  <c:v>126.7846</c:v>
                </c:pt>
                <c:pt idx="331">
                  <c:v>127.4019</c:v>
                </c:pt>
                <c:pt idx="332">
                  <c:v>127.9941</c:v>
                </c:pt>
                <c:pt idx="333">
                  <c:v>127.9092</c:v>
                </c:pt>
                <c:pt idx="334">
                  <c:v>127.86490000000001</c:v>
                </c:pt>
                <c:pt idx="335">
                  <c:v>128.64240000000001</c:v>
                </c:pt>
                <c:pt idx="336">
                  <c:v>129.0762</c:v>
                </c:pt>
                <c:pt idx="337">
                  <c:v>129.2441</c:v>
                </c:pt>
                <c:pt idx="338">
                  <c:v>129.62039999999999</c:v>
                </c:pt>
                <c:pt idx="339">
                  <c:v>129.63740000000001</c:v>
                </c:pt>
                <c:pt idx="340">
                  <c:v>129.80459999999999</c:v>
                </c:pt>
                <c:pt idx="341">
                  <c:v>129.8004</c:v>
                </c:pt>
                <c:pt idx="342">
                  <c:v>129.0615</c:v>
                </c:pt>
                <c:pt idx="343">
                  <c:v>128.73070000000001</c:v>
                </c:pt>
                <c:pt idx="344">
                  <c:v>129.1284</c:v>
                </c:pt>
                <c:pt idx="345">
                  <c:v>129.6429</c:v>
                </c:pt>
                <c:pt idx="346">
                  <c:v>129.113</c:v>
                </c:pt>
                <c:pt idx="347">
                  <c:v>128.446</c:v>
                </c:pt>
                <c:pt idx="348">
                  <c:v>128.7687</c:v>
                </c:pt>
                <c:pt idx="349">
                  <c:v>128.93819999999999</c:v>
                </c:pt>
                <c:pt idx="350">
                  <c:v>128.81120000000001</c:v>
                </c:pt>
                <c:pt idx="351">
                  <c:v>128.53380000000001</c:v>
                </c:pt>
                <c:pt idx="352">
                  <c:v>128.55860000000001</c:v>
                </c:pt>
                <c:pt idx="353">
                  <c:v>127.7911</c:v>
                </c:pt>
                <c:pt idx="354">
                  <c:v>128.2191</c:v>
                </c:pt>
                <c:pt idx="355">
                  <c:v>128.70750000000001</c:v>
                </c:pt>
                <c:pt idx="356">
                  <c:v>128.8168</c:v>
                </c:pt>
                <c:pt idx="357">
                  <c:v>128.77459999999999</c:v>
                </c:pt>
                <c:pt idx="358">
                  <c:v>129.20070000000001</c:v>
                </c:pt>
                <c:pt idx="359">
                  <c:v>129.04140000000001</c:v>
                </c:pt>
                <c:pt idx="360">
                  <c:v>129.64570000000001</c:v>
                </c:pt>
                <c:pt idx="361">
                  <c:v>130.02860000000001</c:v>
                </c:pt>
                <c:pt idx="362">
                  <c:v>129.84289999999999</c:v>
                </c:pt>
                <c:pt idx="363">
                  <c:v>129.9228</c:v>
                </c:pt>
                <c:pt idx="364">
                  <c:v>130.43100000000001</c:v>
                </c:pt>
                <c:pt idx="365">
                  <c:v>130.25569999999999</c:v>
                </c:pt>
                <c:pt idx="366">
                  <c:v>130.13939999999999</c:v>
                </c:pt>
                <c:pt idx="367">
                  <c:v>129.98060000000001</c:v>
                </c:pt>
                <c:pt idx="368">
                  <c:v>130.2201</c:v>
                </c:pt>
                <c:pt idx="369">
                  <c:v>130.4332</c:v>
                </c:pt>
                <c:pt idx="370">
                  <c:v>130.38249999999999</c:v>
                </c:pt>
                <c:pt idx="371">
                  <c:v>130.83359999999999</c:v>
                </c:pt>
                <c:pt idx="372">
                  <c:v>130.86869999999999</c:v>
                </c:pt>
                <c:pt idx="373">
                  <c:v>131.1447</c:v>
                </c:pt>
                <c:pt idx="374">
                  <c:v>131.18770000000001</c:v>
                </c:pt>
                <c:pt idx="375">
                  <c:v>130.7912</c:v>
                </c:pt>
                <c:pt idx="376">
                  <c:v>130.7039</c:v>
                </c:pt>
                <c:pt idx="377">
                  <c:v>131.0427</c:v>
                </c:pt>
                <c:pt idx="378">
                  <c:v>130.6584</c:v>
                </c:pt>
                <c:pt idx="379">
                  <c:v>130.87559999999999</c:v>
                </c:pt>
                <c:pt idx="380">
                  <c:v>130.7929</c:v>
                </c:pt>
                <c:pt idx="381">
                  <c:v>131.10900000000001</c:v>
                </c:pt>
                <c:pt idx="382">
                  <c:v>131.37090000000001</c:v>
                </c:pt>
                <c:pt idx="383">
                  <c:v>131.2732</c:v>
                </c:pt>
                <c:pt idx="384">
                  <c:v>131.4111</c:v>
                </c:pt>
                <c:pt idx="385">
                  <c:v>131.82259999999999</c:v>
                </c:pt>
                <c:pt idx="386">
                  <c:v>131.9905</c:v>
                </c:pt>
                <c:pt idx="387">
                  <c:v>131.75059999999999</c:v>
                </c:pt>
                <c:pt idx="388">
                  <c:v>131.72649999999999</c:v>
                </c:pt>
                <c:pt idx="389">
                  <c:v>129.35140000000001</c:v>
                </c:pt>
                <c:pt idx="390">
                  <c:v>127.49460000000001</c:v>
                </c:pt>
                <c:pt idx="391">
                  <c:v>127.37739999999999</c:v>
                </c:pt>
                <c:pt idx="392">
                  <c:v>127.5647</c:v>
                </c:pt>
                <c:pt idx="393">
                  <c:v>127.71729999999999</c:v>
                </c:pt>
                <c:pt idx="394">
                  <c:v>127.7165</c:v>
                </c:pt>
                <c:pt idx="395">
                  <c:v>127.7123</c:v>
                </c:pt>
                <c:pt idx="396">
                  <c:v>127.8449</c:v>
                </c:pt>
                <c:pt idx="397">
                  <c:v>127.2966</c:v>
                </c:pt>
                <c:pt idx="398">
                  <c:v>126.4277</c:v>
                </c:pt>
                <c:pt idx="399">
                  <c:v>125.98739999999999</c:v>
                </c:pt>
                <c:pt idx="400">
                  <c:v>126.2176</c:v>
                </c:pt>
                <c:pt idx="401">
                  <c:v>126.97369999999999</c:v>
                </c:pt>
                <c:pt idx="402">
                  <c:v>127.1433</c:v>
                </c:pt>
                <c:pt idx="403">
                  <c:v>127.7826</c:v>
                </c:pt>
                <c:pt idx="404">
                  <c:v>127.5996</c:v>
                </c:pt>
                <c:pt idx="405">
                  <c:v>127.8967</c:v>
                </c:pt>
                <c:pt idx="406">
                  <c:v>128.28540000000001</c:v>
                </c:pt>
                <c:pt idx="407">
                  <c:v>128.27359999999999</c:v>
                </c:pt>
                <c:pt idx="408">
                  <c:v>127.92870000000001</c:v>
                </c:pt>
                <c:pt idx="409">
                  <c:v>127.97329999999999</c:v>
                </c:pt>
                <c:pt idx="410">
                  <c:v>127.6461</c:v>
                </c:pt>
                <c:pt idx="411">
                  <c:v>127.4937</c:v>
                </c:pt>
                <c:pt idx="412">
                  <c:v>127.3509</c:v>
                </c:pt>
                <c:pt idx="413">
                  <c:v>127.4803</c:v>
                </c:pt>
                <c:pt idx="414">
                  <c:v>127.3323</c:v>
                </c:pt>
                <c:pt idx="415">
                  <c:v>126.86239999999999</c:v>
                </c:pt>
                <c:pt idx="416">
                  <c:v>127.36750000000001</c:v>
                </c:pt>
                <c:pt idx="417">
                  <c:v>127.6674</c:v>
                </c:pt>
                <c:pt idx="418">
                  <c:v>127.9165</c:v>
                </c:pt>
                <c:pt idx="419">
                  <c:v>127.8668</c:v>
                </c:pt>
                <c:pt idx="420">
                  <c:v>128.1465</c:v>
                </c:pt>
                <c:pt idx="421">
                  <c:v>128.01830000000001</c:v>
                </c:pt>
                <c:pt idx="422">
                  <c:v>128.01159999999999</c:v>
                </c:pt>
                <c:pt idx="423">
                  <c:v>128.4067</c:v>
                </c:pt>
                <c:pt idx="424">
                  <c:v>125.6904</c:v>
                </c:pt>
                <c:pt idx="425">
                  <c:v>125.5956</c:v>
                </c:pt>
                <c:pt idx="426">
                  <c:v>125.76739999999999</c:v>
                </c:pt>
                <c:pt idx="427">
                  <c:v>125.53449999999999</c:v>
                </c:pt>
                <c:pt idx="428">
                  <c:v>125.449</c:v>
                </c:pt>
                <c:pt idx="429">
                  <c:v>124.94459999999999</c:v>
                </c:pt>
                <c:pt idx="430">
                  <c:v>125.1103</c:v>
                </c:pt>
                <c:pt idx="431">
                  <c:v>125.00409999999999</c:v>
                </c:pt>
                <c:pt idx="432">
                  <c:v>125.37690000000001</c:v>
                </c:pt>
                <c:pt idx="433">
                  <c:v>125.5252</c:v>
                </c:pt>
                <c:pt idx="434">
                  <c:v>125.51779999999999</c:v>
                </c:pt>
                <c:pt idx="435">
                  <c:v>126.0682</c:v>
                </c:pt>
                <c:pt idx="436">
                  <c:v>126.52</c:v>
                </c:pt>
                <c:pt idx="437">
                  <c:v>126.5354</c:v>
                </c:pt>
                <c:pt idx="438">
                  <c:v>126.7037</c:v>
                </c:pt>
                <c:pt idx="439">
                  <c:v>127.09990000000001</c:v>
                </c:pt>
                <c:pt idx="440">
                  <c:v>127.58799999999999</c:v>
                </c:pt>
                <c:pt idx="441">
                  <c:v>127.0729</c:v>
                </c:pt>
                <c:pt idx="442">
                  <c:v>127.05029999999999</c:v>
                </c:pt>
                <c:pt idx="443">
                  <c:v>127.31140000000001</c:v>
                </c:pt>
                <c:pt idx="444">
                  <c:v>127.438</c:v>
                </c:pt>
                <c:pt idx="445">
                  <c:v>127.4063</c:v>
                </c:pt>
                <c:pt idx="446">
                  <c:v>128.03819999999999</c:v>
                </c:pt>
                <c:pt idx="447">
                  <c:v>128.0412</c:v>
                </c:pt>
                <c:pt idx="448">
                  <c:v>127.8716</c:v>
                </c:pt>
                <c:pt idx="449">
                  <c:v>127.8146</c:v>
                </c:pt>
                <c:pt idx="450">
                  <c:v>127.797</c:v>
                </c:pt>
                <c:pt idx="451">
                  <c:v>127.9366</c:v>
                </c:pt>
                <c:pt idx="452">
                  <c:v>128.10159999999999</c:v>
                </c:pt>
                <c:pt idx="453">
                  <c:v>127.81140000000001</c:v>
                </c:pt>
                <c:pt idx="454">
                  <c:v>127.74420000000001</c:v>
                </c:pt>
                <c:pt idx="455">
                  <c:v>127.6332</c:v>
                </c:pt>
                <c:pt idx="456">
                  <c:v>127.84910000000001</c:v>
                </c:pt>
                <c:pt idx="457">
                  <c:v>127.7076</c:v>
                </c:pt>
                <c:pt idx="458">
                  <c:v>127.5324</c:v>
                </c:pt>
                <c:pt idx="459">
                  <c:v>127.6743</c:v>
                </c:pt>
                <c:pt idx="460">
                  <c:v>127.57729999999999</c:v>
                </c:pt>
                <c:pt idx="461">
                  <c:v>127.7287</c:v>
                </c:pt>
                <c:pt idx="462">
                  <c:v>127.604</c:v>
                </c:pt>
                <c:pt idx="463">
                  <c:v>127.5003</c:v>
                </c:pt>
                <c:pt idx="464">
                  <c:v>127.8278</c:v>
                </c:pt>
                <c:pt idx="465">
                  <c:v>126.69840000000001</c:v>
                </c:pt>
                <c:pt idx="466">
                  <c:v>126.8861</c:v>
                </c:pt>
                <c:pt idx="467">
                  <c:v>126.7409</c:v>
                </c:pt>
                <c:pt idx="468">
                  <c:v>126.3837</c:v>
                </c:pt>
                <c:pt idx="469">
                  <c:v>125.79</c:v>
                </c:pt>
                <c:pt idx="470">
                  <c:v>125.62609999999999</c:v>
                </c:pt>
                <c:pt idx="471">
                  <c:v>125.57259999999999</c:v>
                </c:pt>
                <c:pt idx="472">
                  <c:v>125.3018</c:v>
                </c:pt>
                <c:pt idx="473">
                  <c:v>125.58199999999999</c:v>
                </c:pt>
                <c:pt idx="474">
                  <c:v>125.7098</c:v>
                </c:pt>
                <c:pt idx="475">
                  <c:v>125.95189999999999</c:v>
                </c:pt>
                <c:pt idx="476">
                  <c:v>125.705</c:v>
                </c:pt>
                <c:pt idx="477">
                  <c:v>125.4984</c:v>
                </c:pt>
                <c:pt idx="478">
                  <c:v>125.4987</c:v>
                </c:pt>
                <c:pt idx="479">
                  <c:v>125.17319999999999</c:v>
                </c:pt>
                <c:pt idx="480">
                  <c:v>125.0836</c:v>
                </c:pt>
                <c:pt idx="481">
                  <c:v>125.027</c:v>
                </c:pt>
                <c:pt idx="482">
                  <c:v>125.0211</c:v>
                </c:pt>
                <c:pt idx="483">
                  <c:v>125.1516</c:v>
                </c:pt>
                <c:pt idx="484">
                  <c:v>125.10429999999999</c:v>
                </c:pt>
                <c:pt idx="485">
                  <c:v>125.76009999999999</c:v>
                </c:pt>
                <c:pt idx="486">
                  <c:v>126.1503</c:v>
                </c:pt>
                <c:pt idx="487">
                  <c:v>126.0643</c:v>
                </c:pt>
                <c:pt idx="488">
                  <c:v>125.3176</c:v>
                </c:pt>
                <c:pt idx="489">
                  <c:v>125.1408</c:v>
                </c:pt>
                <c:pt idx="490">
                  <c:v>125.48260000000001</c:v>
                </c:pt>
                <c:pt idx="491">
                  <c:v>125.694</c:v>
                </c:pt>
                <c:pt idx="492">
                  <c:v>125.9003</c:v>
                </c:pt>
                <c:pt idx="493">
                  <c:v>125.5795</c:v>
                </c:pt>
                <c:pt idx="494">
                  <c:v>125.694</c:v>
                </c:pt>
                <c:pt idx="495">
                  <c:v>126.03740000000001</c:v>
                </c:pt>
                <c:pt idx="496">
                  <c:v>125.9967</c:v>
                </c:pt>
                <c:pt idx="497">
                  <c:v>125.7354</c:v>
                </c:pt>
                <c:pt idx="498">
                  <c:v>126.2677</c:v>
                </c:pt>
                <c:pt idx="499">
                  <c:v>126.1266</c:v>
                </c:pt>
                <c:pt idx="500">
                  <c:v>125.943</c:v>
                </c:pt>
                <c:pt idx="501">
                  <c:v>126.1996</c:v>
                </c:pt>
                <c:pt idx="502">
                  <c:v>125.9153</c:v>
                </c:pt>
                <c:pt idx="503">
                  <c:v>125.8394</c:v>
                </c:pt>
                <c:pt idx="504">
                  <c:v>125.7715</c:v>
                </c:pt>
                <c:pt idx="505">
                  <c:v>126.262</c:v>
                </c:pt>
                <c:pt idx="506">
                  <c:v>126.2282</c:v>
                </c:pt>
                <c:pt idx="507">
                  <c:v>126.42570000000001</c:v>
                </c:pt>
                <c:pt idx="508">
                  <c:v>125.4006</c:v>
                </c:pt>
                <c:pt idx="509">
                  <c:v>125.4104</c:v>
                </c:pt>
                <c:pt idx="510">
                  <c:v>126.413</c:v>
                </c:pt>
                <c:pt idx="511">
                  <c:v>126.339</c:v>
                </c:pt>
                <c:pt idx="512">
                  <c:v>126.43429999999999</c:v>
                </c:pt>
                <c:pt idx="513">
                  <c:v>126.4952</c:v>
                </c:pt>
                <c:pt idx="514">
                  <c:v>126.5241</c:v>
                </c:pt>
                <c:pt idx="515">
                  <c:v>126.715</c:v>
                </c:pt>
                <c:pt idx="516">
                  <c:v>126.73350000000001</c:v>
                </c:pt>
                <c:pt idx="517">
                  <c:v>126.9986</c:v>
                </c:pt>
                <c:pt idx="518">
                  <c:v>127.1088</c:v>
                </c:pt>
                <c:pt idx="519">
                  <c:v>126.9134</c:v>
                </c:pt>
                <c:pt idx="520">
                  <c:v>127.1597</c:v>
                </c:pt>
                <c:pt idx="521">
                  <c:v>127.1313</c:v>
                </c:pt>
                <c:pt idx="522">
                  <c:v>127.12569999999999</c:v>
                </c:pt>
                <c:pt idx="523">
                  <c:v>127.0707</c:v>
                </c:pt>
                <c:pt idx="524">
                  <c:v>127.08369999999999</c:v>
                </c:pt>
                <c:pt idx="525">
                  <c:v>126.94</c:v>
                </c:pt>
                <c:pt idx="526">
                  <c:v>126.75239999999999</c:v>
                </c:pt>
                <c:pt idx="527">
                  <c:v>126.72029999999999</c:v>
                </c:pt>
                <c:pt idx="528">
                  <c:v>126.7282</c:v>
                </c:pt>
                <c:pt idx="529">
                  <c:v>126.41719999999999</c:v>
                </c:pt>
                <c:pt idx="530">
                  <c:v>126.38720000000001</c:v>
                </c:pt>
                <c:pt idx="531">
                  <c:v>126.19</c:v>
                </c:pt>
                <c:pt idx="532">
                  <c:v>126.3205</c:v>
                </c:pt>
                <c:pt idx="533">
                  <c:v>125.4555</c:v>
                </c:pt>
                <c:pt idx="534">
                  <c:v>125.5924</c:v>
                </c:pt>
                <c:pt idx="535">
                  <c:v>125.60899999999999</c:v>
                </c:pt>
                <c:pt idx="536">
                  <c:v>125.62050000000001</c:v>
                </c:pt>
                <c:pt idx="537">
                  <c:v>125.7694</c:v>
                </c:pt>
                <c:pt idx="538">
                  <c:v>125.8784</c:v>
                </c:pt>
                <c:pt idx="539">
                  <c:v>125.80540000000001</c:v>
                </c:pt>
                <c:pt idx="540">
                  <c:v>125.69840000000001</c:v>
                </c:pt>
                <c:pt idx="541">
                  <c:v>125.84139999999999</c:v>
                </c:pt>
                <c:pt idx="542">
                  <c:v>125.4402</c:v>
                </c:pt>
                <c:pt idx="543">
                  <c:v>125.6437</c:v>
                </c:pt>
                <c:pt idx="544">
                  <c:v>125.71250000000001</c:v>
                </c:pt>
                <c:pt idx="545">
                  <c:v>125.6998</c:v>
                </c:pt>
                <c:pt idx="546">
                  <c:v>125.6923</c:v>
                </c:pt>
                <c:pt idx="547">
                  <c:v>125.783</c:v>
                </c:pt>
                <c:pt idx="548">
                  <c:v>125.7576</c:v>
                </c:pt>
                <c:pt idx="549">
                  <c:v>125.63930000000001</c:v>
                </c:pt>
                <c:pt idx="550">
                  <c:v>125.48860000000001</c:v>
                </c:pt>
                <c:pt idx="551">
                  <c:v>125.6678</c:v>
                </c:pt>
                <c:pt idx="552">
                  <c:v>125.8466</c:v>
                </c:pt>
                <c:pt idx="553">
                  <c:v>125.8629</c:v>
                </c:pt>
                <c:pt idx="554">
                  <c:v>125.9023</c:v>
                </c:pt>
                <c:pt idx="555">
                  <c:v>125.7529</c:v>
                </c:pt>
                <c:pt idx="556">
                  <c:v>125.75239999999999</c:v>
                </c:pt>
                <c:pt idx="557">
                  <c:v>125.91330000000001</c:v>
                </c:pt>
                <c:pt idx="558">
                  <c:v>126.0321</c:v>
                </c:pt>
                <c:pt idx="559">
                  <c:v>126.14239999999999</c:v>
                </c:pt>
                <c:pt idx="560">
                  <c:v>126.04600000000001</c:v>
                </c:pt>
                <c:pt idx="561">
                  <c:v>125.98650000000001</c:v>
                </c:pt>
                <c:pt idx="562">
                  <c:v>125.8292</c:v>
                </c:pt>
                <c:pt idx="563">
                  <c:v>125.43689999999999</c:v>
                </c:pt>
                <c:pt idx="564">
                  <c:v>124.8856</c:v>
                </c:pt>
                <c:pt idx="565">
                  <c:v>125.3927</c:v>
                </c:pt>
                <c:pt idx="566">
                  <c:v>125.46339999999999</c:v>
                </c:pt>
                <c:pt idx="567">
                  <c:v>125.4457</c:v>
                </c:pt>
                <c:pt idx="568">
                  <c:v>125.6283</c:v>
                </c:pt>
                <c:pt idx="569">
                  <c:v>125.65049999999999</c:v>
                </c:pt>
                <c:pt idx="570">
                  <c:v>125.61579999999999</c:v>
                </c:pt>
                <c:pt idx="571">
                  <c:v>125.374</c:v>
                </c:pt>
                <c:pt idx="572">
                  <c:v>125.42610000000001</c:v>
                </c:pt>
                <c:pt idx="573">
                  <c:v>125.4436</c:v>
                </c:pt>
                <c:pt idx="574">
                  <c:v>125.31959999999999</c:v>
                </c:pt>
                <c:pt idx="575">
                  <c:v>125.4341</c:v>
                </c:pt>
                <c:pt idx="576">
                  <c:v>125.5941</c:v>
                </c:pt>
                <c:pt idx="577">
                  <c:v>125.5531</c:v>
                </c:pt>
                <c:pt idx="578">
                  <c:v>125.5082</c:v>
                </c:pt>
                <c:pt idx="579">
                  <c:v>125.623</c:v>
                </c:pt>
                <c:pt idx="580">
                  <c:v>125.541</c:v>
                </c:pt>
                <c:pt idx="581">
                  <c:v>125.2124</c:v>
                </c:pt>
                <c:pt idx="582">
                  <c:v>125.1986</c:v>
                </c:pt>
                <c:pt idx="583">
                  <c:v>125.1751</c:v>
                </c:pt>
                <c:pt idx="584">
                  <c:v>125.01439999999999</c:v>
                </c:pt>
                <c:pt idx="585">
                  <c:v>124.7912</c:v>
                </c:pt>
                <c:pt idx="586">
                  <c:v>124.5521</c:v>
                </c:pt>
                <c:pt idx="587">
                  <c:v>124.48569999999999</c:v>
                </c:pt>
                <c:pt idx="588">
                  <c:v>123.7178</c:v>
                </c:pt>
                <c:pt idx="589">
                  <c:v>123.6949</c:v>
                </c:pt>
                <c:pt idx="590">
                  <c:v>123.5959</c:v>
                </c:pt>
                <c:pt idx="591">
                  <c:v>123.6682</c:v>
                </c:pt>
                <c:pt idx="592">
                  <c:v>123.61</c:v>
                </c:pt>
                <c:pt idx="593">
                  <c:v>123.5716</c:v>
                </c:pt>
                <c:pt idx="594">
                  <c:v>123.1298</c:v>
                </c:pt>
                <c:pt idx="595">
                  <c:v>122.9789</c:v>
                </c:pt>
                <c:pt idx="596">
                  <c:v>122.56359999999999</c:v>
                </c:pt>
                <c:pt idx="597">
                  <c:v>122.456</c:v>
                </c:pt>
                <c:pt idx="598">
                  <c:v>122.6467</c:v>
                </c:pt>
                <c:pt idx="599">
                  <c:v>122.43380000000001</c:v>
                </c:pt>
                <c:pt idx="600">
                  <c:v>122.2867</c:v>
                </c:pt>
                <c:pt idx="601">
                  <c:v>122.1859</c:v>
                </c:pt>
                <c:pt idx="602">
                  <c:v>122.00449999999999</c:v>
                </c:pt>
                <c:pt idx="603">
                  <c:v>122.02249999999999</c:v>
                </c:pt>
                <c:pt idx="604">
                  <c:v>122.05</c:v>
                </c:pt>
                <c:pt idx="605">
                  <c:v>123.5472</c:v>
                </c:pt>
                <c:pt idx="606">
                  <c:v>123.52979999999999</c:v>
                </c:pt>
                <c:pt idx="607">
                  <c:v>123.20659999999999</c:v>
                </c:pt>
                <c:pt idx="608">
                  <c:v>123.0583</c:v>
                </c:pt>
                <c:pt idx="609">
                  <c:v>123.0612</c:v>
                </c:pt>
                <c:pt idx="610">
                  <c:v>123.01479999999999</c:v>
                </c:pt>
                <c:pt idx="611">
                  <c:v>123.476</c:v>
                </c:pt>
                <c:pt idx="612">
                  <c:v>123.2602</c:v>
                </c:pt>
                <c:pt idx="613">
                  <c:v>123.36790000000001</c:v>
                </c:pt>
                <c:pt idx="614">
                  <c:v>123.27589999999999</c:v>
                </c:pt>
                <c:pt idx="615">
                  <c:v>123.2869</c:v>
                </c:pt>
                <c:pt idx="616">
                  <c:v>123.30800000000001</c:v>
                </c:pt>
                <c:pt idx="617">
                  <c:v>123.554</c:v>
                </c:pt>
                <c:pt idx="618">
                  <c:v>124.1386</c:v>
                </c:pt>
                <c:pt idx="619">
                  <c:v>124.0748</c:v>
                </c:pt>
                <c:pt idx="620">
                  <c:v>124.27889999999999</c:v>
                </c:pt>
                <c:pt idx="621">
                  <c:v>124.50320000000001</c:v>
                </c:pt>
                <c:pt idx="622">
                  <c:v>124.2803</c:v>
                </c:pt>
                <c:pt idx="623">
                  <c:v>124.6041</c:v>
                </c:pt>
                <c:pt idx="624">
                  <c:v>124.34610000000001</c:v>
                </c:pt>
                <c:pt idx="625">
                  <c:v>124.43219999999999</c:v>
                </c:pt>
                <c:pt idx="626">
                  <c:v>124.12090000000001</c:v>
                </c:pt>
                <c:pt idx="627">
                  <c:v>124.11969999999999</c:v>
                </c:pt>
                <c:pt idx="628">
                  <c:v>124.1297</c:v>
                </c:pt>
                <c:pt idx="629">
                  <c:v>124.1401</c:v>
                </c:pt>
                <c:pt idx="630">
                  <c:v>123.8644</c:v>
                </c:pt>
                <c:pt idx="631">
                  <c:v>123.9358</c:v>
                </c:pt>
                <c:pt idx="632">
                  <c:v>123.97490000000001</c:v>
                </c:pt>
                <c:pt idx="633">
                  <c:v>123.9081</c:v>
                </c:pt>
                <c:pt idx="634">
                  <c:v>123.90689999999999</c:v>
                </c:pt>
                <c:pt idx="635">
                  <c:v>124.0175</c:v>
                </c:pt>
                <c:pt idx="636">
                  <c:v>123.79</c:v>
                </c:pt>
                <c:pt idx="637">
                  <c:v>123.60550000000001</c:v>
                </c:pt>
                <c:pt idx="638">
                  <c:v>123.5819</c:v>
                </c:pt>
                <c:pt idx="639">
                  <c:v>123.2073</c:v>
                </c:pt>
                <c:pt idx="640">
                  <c:v>123.256</c:v>
                </c:pt>
                <c:pt idx="641">
                  <c:v>123.2788</c:v>
                </c:pt>
                <c:pt idx="642">
                  <c:v>123.3496</c:v>
                </c:pt>
                <c:pt idx="643">
                  <c:v>123.31659999999999</c:v>
                </c:pt>
                <c:pt idx="644">
                  <c:v>123.3028</c:v>
                </c:pt>
                <c:pt idx="645">
                  <c:v>123.0634</c:v>
                </c:pt>
                <c:pt idx="646">
                  <c:v>123.58459999999999</c:v>
                </c:pt>
                <c:pt idx="647">
                  <c:v>123.64409999999999</c:v>
                </c:pt>
                <c:pt idx="648">
                  <c:v>123.8933</c:v>
                </c:pt>
                <c:pt idx="649">
                  <c:v>123.8989</c:v>
                </c:pt>
                <c:pt idx="650">
                  <c:v>123.8045</c:v>
                </c:pt>
                <c:pt idx="651">
                  <c:v>123.6315</c:v>
                </c:pt>
                <c:pt idx="652">
                  <c:v>123.578</c:v>
                </c:pt>
                <c:pt idx="653">
                  <c:v>123.24460000000001</c:v>
                </c:pt>
                <c:pt idx="654">
                  <c:v>123.1643</c:v>
                </c:pt>
                <c:pt idx="655">
                  <c:v>123.1305</c:v>
                </c:pt>
                <c:pt idx="656">
                  <c:v>123.3438</c:v>
                </c:pt>
                <c:pt idx="657">
                  <c:v>123.33750000000001</c:v>
                </c:pt>
                <c:pt idx="658">
                  <c:v>123.84650000000001</c:v>
                </c:pt>
                <c:pt idx="659">
                  <c:v>123.855</c:v>
                </c:pt>
                <c:pt idx="660">
                  <c:v>123.76860000000001</c:v>
                </c:pt>
                <c:pt idx="661">
                  <c:v>123.87869999999999</c:v>
                </c:pt>
                <c:pt idx="662">
                  <c:v>123.2364</c:v>
                </c:pt>
                <c:pt idx="663">
                  <c:v>123.4559</c:v>
                </c:pt>
                <c:pt idx="664">
                  <c:v>123.4482</c:v>
                </c:pt>
                <c:pt idx="665">
                  <c:v>123.3372</c:v>
                </c:pt>
                <c:pt idx="666">
                  <c:v>123.46</c:v>
                </c:pt>
                <c:pt idx="667">
                  <c:v>123.50369999999999</c:v>
                </c:pt>
                <c:pt idx="668">
                  <c:v>123.58669999999999</c:v>
                </c:pt>
                <c:pt idx="669">
                  <c:v>121.86669999999999</c:v>
                </c:pt>
                <c:pt idx="670">
                  <c:v>121.9983</c:v>
                </c:pt>
                <c:pt idx="671">
                  <c:v>122.1815</c:v>
                </c:pt>
                <c:pt idx="672">
                  <c:v>122.3156</c:v>
                </c:pt>
                <c:pt idx="673">
                  <c:v>122.2</c:v>
                </c:pt>
                <c:pt idx="674">
                  <c:v>122.12569999999999</c:v>
                </c:pt>
                <c:pt idx="675">
                  <c:v>121.8434</c:v>
                </c:pt>
                <c:pt idx="676">
                  <c:v>121.7604</c:v>
                </c:pt>
                <c:pt idx="677">
                  <c:v>121.87860000000001</c:v>
                </c:pt>
                <c:pt idx="678">
                  <c:v>121.8575</c:v>
                </c:pt>
                <c:pt idx="679">
                  <c:v>121.667</c:v>
                </c:pt>
                <c:pt idx="680">
                  <c:v>121.6463</c:v>
                </c:pt>
                <c:pt idx="681">
                  <c:v>121.6737</c:v>
                </c:pt>
                <c:pt idx="682">
                  <c:v>121.6185</c:v>
                </c:pt>
                <c:pt idx="683">
                  <c:v>121.8227</c:v>
                </c:pt>
                <c:pt idx="684">
                  <c:v>121.7711</c:v>
                </c:pt>
                <c:pt idx="685">
                  <c:v>121.5735</c:v>
                </c:pt>
                <c:pt idx="686">
                  <c:v>121.3231</c:v>
                </c:pt>
                <c:pt idx="687">
                  <c:v>121.1713</c:v>
                </c:pt>
                <c:pt idx="688">
                  <c:v>121.1751</c:v>
                </c:pt>
                <c:pt idx="689">
                  <c:v>121.2394</c:v>
                </c:pt>
                <c:pt idx="690">
                  <c:v>121.0852</c:v>
                </c:pt>
                <c:pt idx="691">
                  <c:v>120.9924</c:v>
                </c:pt>
                <c:pt idx="692">
                  <c:v>121.4357</c:v>
                </c:pt>
                <c:pt idx="693">
                  <c:v>121.50190000000001</c:v>
                </c:pt>
                <c:pt idx="694">
                  <c:v>121.74290000000001</c:v>
                </c:pt>
                <c:pt idx="695">
                  <c:v>121.47199999999999</c:v>
                </c:pt>
                <c:pt idx="696">
                  <c:v>121.5912</c:v>
                </c:pt>
                <c:pt idx="697">
                  <c:v>121.5108</c:v>
                </c:pt>
                <c:pt idx="698">
                  <c:v>121.8997</c:v>
                </c:pt>
                <c:pt idx="699">
                  <c:v>121.7406</c:v>
                </c:pt>
                <c:pt idx="700">
                  <c:v>121.6623</c:v>
                </c:pt>
                <c:pt idx="701">
                  <c:v>121.7593</c:v>
                </c:pt>
                <c:pt idx="702">
                  <c:v>121.91500000000001</c:v>
                </c:pt>
                <c:pt idx="703">
                  <c:v>121.6037</c:v>
                </c:pt>
                <c:pt idx="704">
                  <c:v>121.5521</c:v>
                </c:pt>
                <c:pt idx="705">
                  <c:v>121.93729999999999</c:v>
                </c:pt>
                <c:pt idx="706">
                  <c:v>121.9954</c:v>
                </c:pt>
                <c:pt idx="707">
                  <c:v>122.0466</c:v>
                </c:pt>
                <c:pt idx="708">
                  <c:v>122.00190000000001</c:v>
                </c:pt>
                <c:pt idx="709">
                  <c:v>121.9302</c:v>
                </c:pt>
                <c:pt idx="710">
                  <c:v>121.64279999999999</c:v>
                </c:pt>
                <c:pt idx="711">
                  <c:v>121.7415</c:v>
                </c:pt>
                <c:pt idx="712">
                  <c:v>121.4603</c:v>
                </c:pt>
                <c:pt idx="713">
                  <c:v>121.7677</c:v>
                </c:pt>
                <c:pt idx="714">
                  <c:v>121.8082</c:v>
                </c:pt>
                <c:pt idx="715">
                  <c:v>121.5505</c:v>
                </c:pt>
                <c:pt idx="716">
                  <c:v>121.4943</c:v>
                </c:pt>
                <c:pt idx="717">
                  <c:v>121.9883</c:v>
                </c:pt>
                <c:pt idx="718">
                  <c:v>121.8888</c:v>
                </c:pt>
                <c:pt idx="719">
                  <c:v>121.98350000000001</c:v>
                </c:pt>
                <c:pt idx="720">
                  <c:v>122.34820000000001</c:v>
                </c:pt>
                <c:pt idx="721">
                  <c:v>122.2176</c:v>
                </c:pt>
                <c:pt idx="722">
                  <c:v>122.15170000000001</c:v>
                </c:pt>
                <c:pt idx="723">
                  <c:v>122.1678</c:v>
                </c:pt>
                <c:pt idx="724">
                  <c:v>122.0975</c:v>
                </c:pt>
                <c:pt idx="725">
                  <c:v>122.15009999999999</c:v>
                </c:pt>
                <c:pt idx="726">
                  <c:v>122.0429</c:v>
                </c:pt>
                <c:pt idx="727">
                  <c:v>121.9205</c:v>
                </c:pt>
                <c:pt idx="728">
                  <c:v>121.83</c:v>
                </c:pt>
                <c:pt idx="729">
                  <c:v>123.0326</c:v>
                </c:pt>
                <c:pt idx="730">
                  <c:v>123.0698</c:v>
                </c:pt>
                <c:pt idx="731">
                  <c:v>123.50230000000001</c:v>
                </c:pt>
                <c:pt idx="732">
                  <c:v>122.6789</c:v>
                </c:pt>
                <c:pt idx="733">
                  <c:v>122.9004</c:v>
                </c:pt>
                <c:pt idx="734">
                  <c:v>122.6925</c:v>
                </c:pt>
                <c:pt idx="735">
                  <c:v>122.7657</c:v>
                </c:pt>
                <c:pt idx="736">
                  <c:v>122.5003</c:v>
                </c:pt>
                <c:pt idx="737">
                  <c:v>122.5967</c:v>
                </c:pt>
                <c:pt idx="738">
                  <c:v>122.7949</c:v>
                </c:pt>
                <c:pt idx="739">
                  <c:v>122.7217</c:v>
                </c:pt>
                <c:pt idx="740">
                  <c:v>123.1022</c:v>
                </c:pt>
                <c:pt idx="741">
                  <c:v>122.9769</c:v>
                </c:pt>
                <c:pt idx="742">
                  <c:v>122.85120000000001</c:v>
                </c:pt>
                <c:pt idx="743">
                  <c:v>122.7441</c:v>
                </c:pt>
                <c:pt idx="744">
                  <c:v>122.5528</c:v>
                </c:pt>
                <c:pt idx="745">
                  <c:v>122.25579999999999</c:v>
                </c:pt>
                <c:pt idx="746">
                  <c:v>122.1444</c:v>
                </c:pt>
                <c:pt idx="747">
                  <c:v>122.05710000000001</c:v>
                </c:pt>
                <c:pt idx="748">
                  <c:v>122.05110000000001</c:v>
                </c:pt>
                <c:pt idx="749">
                  <c:v>122.1005</c:v>
                </c:pt>
                <c:pt idx="750">
                  <c:v>122.1579</c:v>
                </c:pt>
                <c:pt idx="751">
                  <c:v>122.26649999999999</c:v>
                </c:pt>
                <c:pt idx="752">
                  <c:v>122.2931</c:v>
                </c:pt>
                <c:pt idx="753">
                  <c:v>122.18680000000001</c:v>
                </c:pt>
                <c:pt idx="754">
                  <c:v>122.3047</c:v>
                </c:pt>
                <c:pt idx="755">
                  <c:v>122.6276</c:v>
                </c:pt>
                <c:pt idx="756">
                  <c:v>122.4679</c:v>
                </c:pt>
                <c:pt idx="757">
                  <c:v>122.2741</c:v>
                </c:pt>
                <c:pt idx="758">
                  <c:v>122.27809999999999</c:v>
                </c:pt>
                <c:pt idx="759">
                  <c:v>122.3716</c:v>
                </c:pt>
                <c:pt idx="760">
                  <c:v>122.4764</c:v>
                </c:pt>
                <c:pt idx="761">
                  <c:v>122.30670000000001</c:v>
                </c:pt>
                <c:pt idx="762">
                  <c:v>122.1219</c:v>
                </c:pt>
                <c:pt idx="763">
                  <c:v>122.27800000000001</c:v>
                </c:pt>
                <c:pt idx="764">
                  <c:v>122.28570000000001</c:v>
                </c:pt>
                <c:pt idx="765">
                  <c:v>122.5878</c:v>
                </c:pt>
                <c:pt idx="766">
                  <c:v>122.6666</c:v>
                </c:pt>
                <c:pt idx="767">
                  <c:v>122.70099999999999</c:v>
                </c:pt>
                <c:pt idx="768">
                  <c:v>122.3751</c:v>
                </c:pt>
                <c:pt idx="769">
                  <c:v>122.3129</c:v>
                </c:pt>
                <c:pt idx="770">
                  <c:v>122.3425</c:v>
                </c:pt>
                <c:pt idx="771">
                  <c:v>122.50409999999999</c:v>
                </c:pt>
                <c:pt idx="772">
                  <c:v>122.4203</c:v>
                </c:pt>
                <c:pt idx="773">
                  <c:v>122.056</c:v>
                </c:pt>
                <c:pt idx="774">
                  <c:v>122.2051</c:v>
                </c:pt>
                <c:pt idx="775">
                  <c:v>122.1187</c:v>
                </c:pt>
                <c:pt idx="776">
                  <c:v>121.7071</c:v>
                </c:pt>
                <c:pt idx="777">
                  <c:v>121.3657</c:v>
                </c:pt>
                <c:pt idx="778">
                  <c:v>121.0955</c:v>
                </c:pt>
                <c:pt idx="779">
                  <c:v>121.24290000000001</c:v>
                </c:pt>
                <c:pt idx="780">
                  <c:v>121.2569</c:v>
                </c:pt>
                <c:pt idx="781">
                  <c:v>121.24379999999999</c:v>
                </c:pt>
                <c:pt idx="782">
                  <c:v>121.24079999999999</c:v>
                </c:pt>
                <c:pt idx="783">
                  <c:v>120.9867</c:v>
                </c:pt>
                <c:pt idx="784">
                  <c:v>120.9409</c:v>
                </c:pt>
                <c:pt idx="785">
                  <c:v>121.124</c:v>
                </c:pt>
                <c:pt idx="786">
                  <c:v>121.21810000000001</c:v>
                </c:pt>
                <c:pt idx="787">
                  <c:v>121.4004</c:v>
                </c:pt>
                <c:pt idx="788">
                  <c:v>121.2299</c:v>
                </c:pt>
                <c:pt idx="789">
                  <c:v>121.3053</c:v>
                </c:pt>
                <c:pt idx="790">
                  <c:v>121.3712</c:v>
                </c:pt>
                <c:pt idx="791">
                  <c:v>121.6895</c:v>
                </c:pt>
                <c:pt idx="792">
                  <c:v>121.55589999999999</c:v>
                </c:pt>
                <c:pt idx="793">
                  <c:v>121.4785</c:v>
                </c:pt>
                <c:pt idx="794">
                  <c:v>121.2632</c:v>
                </c:pt>
                <c:pt idx="795">
                  <c:v>121.2587</c:v>
                </c:pt>
                <c:pt idx="796">
                  <c:v>121.23520000000001</c:v>
                </c:pt>
                <c:pt idx="797">
                  <c:v>121.3212</c:v>
                </c:pt>
                <c:pt idx="798">
                  <c:v>121.06019999999999</c:v>
                </c:pt>
                <c:pt idx="799">
                  <c:v>120.9798</c:v>
                </c:pt>
                <c:pt idx="800">
                  <c:v>121.1036</c:v>
                </c:pt>
                <c:pt idx="801">
                  <c:v>120.7454</c:v>
                </c:pt>
                <c:pt idx="802">
                  <c:v>120.71129999999999</c:v>
                </c:pt>
                <c:pt idx="803">
                  <c:v>120.7445</c:v>
                </c:pt>
                <c:pt idx="804">
                  <c:v>120.768</c:v>
                </c:pt>
                <c:pt idx="805">
                  <c:v>120.7539</c:v>
                </c:pt>
                <c:pt idx="806">
                  <c:v>120.756</c:v>
                </c:pt>
                <c:pt idx="807">
                  <c:v>120.8283</c:v>
                </c:pt>
                <c:pt idx="808">
                  <c:v>120.94280000000001</c:v>
                </c:pt>
                <c:pt idx="809">
                  <c:v>120.7166</c:v>
                </c:pt>
                <c:pt idx="810">
                  <c:v>120.6148</c:v>
                </c:pt>
                <c:pt idx="811">
                  <c:v>120.9447</c:v>
                </c:pt>
                <c:pt idx="812">
                  <c:v>121.04519999999999</c:v>
                </c:pt>
                <c:pt idx="813">
                  <c:v>121.0707</c:v>
                </c:pt>
                <c:pt idx="814">
                  <c:v>121.0335</c:v>
                </c:pt>
                <c:pt idx="815">
                  <c:v>120.7736</c:v>
                </c:pt>
                <c:pt idx="816">
                  <c:v>120.5603</c:v>
                </c:pt>
                <c:pt idx="817">
                  <c:v>120.3385</c:v>
                </c:pt>
                <c:pt idx="818">
                  <c:v>120.1373</c:v>
                </c:pt>
                <c:pt idx="819">
                  <c:v>120.114</c:v>
                </c:pt>
                <c:pt idx="820">
                  <c:v>119.9581</c:v>
                </c:pt>
                <c:pt idx="821">
                  <c:v>119.7457</c:v>
                </c:pt>
                <c:pt idx="822">
                  <c:v>119.9757</c:v>
                </c:pt>
                <c:pt idx="823">
                  <c:v>120.0658</c:v>
                </c:pt>
                <c:pt idx="824">
                  <c:v>120.2313</c:v>
                </c:pt>
                <c:pt idx="825">
                  <c:v>121.0912</c:v>
                </c:pt>
                <c:pt idx="826">
                  <c:v>121.328</c:v>
                </c:pt>
                <c:pt idx="827">
                  <c:v>121.2003</c:v>
                </c:pt>
                <c:pt idx="828">
                  <c:v>121.12309999999999</c:v>
                </c:pt>
                <c:pt idx="829">
                  <c:v>121.0936</c:v>
                </c:pt>
                <c:pt idx="830">
                  <c:v>121.1232</c:v>
                </c:pt>
                <c:pt idx="831">
                  <c:v>121.20659999999999</c:v>
                </c:pt>
                <c:pt idx="832">
                  <c:v>121.4881</c:v>
                </c:pt>
                <c:pt idx="833">
                  <c:v>121.38209999999999</c:v>
                </c:pt>
                <c:pt idx="834">
                  <c:v>121.37</c:v>
                </c:pt>
                <c:pt idx="835">
                  <c:v>121.3079</c:v>
                </c:pt>
                <c:pt idx="836">
                  <c:v>121.3438</c:v>
                </c:pt>
                <c:pt idx="837">
                  <c:v>121.36799999999999</c:v>
                </c:pt>
                <c:pt idx="838">
                  <c:v>121.2199</c:v>
                </c:pt>
                <c:pt idx="839">
                  <c:v>121.2475</c:v>
                </c:pt>
                <c:pt idx="840">
                  <c:v>121.5193</c:v>
                </c:pt>
                <c:pt idx="841">
                  <c:v>121.35380000000001</c:v>
                </c:pt>
                <c:pt idx="842">
                  <c:v>121.10469999999999</c:v>
                </c:pt>
                <c:pt idx="843">
                  <c:v>121.0748</c:v>
                </c:pt>
                <c:pt idx="844">
                  <c:v>121.2927</c:v>
                </c:pt>
                <c:pt idx="845">
                  <c:v>121.3321</c:v>
                </c:pt>
                <c:pt idx="846">
                  <c:v>121.4526</c:v>
                </c:pt>
                <c:pt idx="847">
                  <c:v>121.4396</c:v>
                </c:pt>
                <c:pt idx="848">
                  <c:v>121.2903</c:v>
                </c:pt>
                <c:pt idx="849">
                  <c:v>121.3462</c:v>
                </c:pt>
                <c:pt idx="850">
                  <c:v>121.4579</c:v>
                </c:pt>
                <c:pt idx="851">
                  <c:v>121.34</c:v>
                </c:pt>
                <c:pt idx="852">
                  <c:v>121.3536</c:v>
                </c:pt>
                <c:pt idx="853">
                  <c:v>121.3711</c:v>
                </c:pt>
                <c:pt idx="854">
                  <c:v>121.44750000000001</c:v>
                </c:pt>
                <c:pt idx="855">
                  <c:v>121.3702</c:v>
                </c:pt>
                <c:pt idx="856">
                  <c:v>121.3454</c:v>
                </c:pt>
                <c:pt idx="857">
                  <c:v>121.29179999999999</c:v>
                </c:pt>
                <c:pt idx="858">
                  <c:v>121.15519999999999</c:v>
                </c:pt>
                <c:pt idx="859">
                  <c:v>121.0535</c:v>
                </c:pt>
                <c:pt idx="860">
                  <c:v>121.0795</c:v>
                </c:pt>
                <c:pt idx="861">
                  <c:v>120.92319999999999</c:v>
                </c:pt>
                <c:pt idx="862">
                  <c:v>120.41589999999999</c:v>
                </c:pt>
                <c:pt idx="863">
                  <c:v>120.5562</c:v>
                </c:pt>
                <c:pt idx="864">
                  <c:v>120.6258</c:v>
                </c:pt>
                <c:pt idx="865">
                  <c:v>120.7497</c:v>
                </c:pt>
                <c:pt idx="866">
                  <c:v>120.5377</c:v>
                </c:pt>
                <c:pt idx="867">
                  <c:v>120.6446</c:v>
                </c:pt>
                <c:pt idx="868">
                  <c:v>120.7576</c:v>
                </c:pt>
                <c:pt idx="869">
                  <c:v>120.5393</c:v>
                </c:pt>
                <c:pt idx="870">
                  <c:v>120.6249</c:v>
                </c:pt>
                <c:pt idx="871">
                  <c:v>120.6935</c:v>
                </c:pt>
                <c:pt idx="872">
                  <c:v>120.5899</c:v>
                </c:pt>
                <c:pt idx="873">
                  <c:v>120.9756</c:v>
                </c:pt>
                <c:pt idx="874">
                  <c:v>121.14879999999999</c:v>
                </c:pt>
                <c:pt idx="875">
                  <c:v>121.84480000000001</c:v>
                </c:pt>
                <c:pt idx="876">
                  <c:v>122.2127</c:v>
                </c:pt>
                <c:pt idx="877">
                  <c:v>121.9975</c:v>
                </c:pt>
                <c:pt idx="878">
                  <c:v>121.91970000000001</c:v>
                </c:pt>
                <c:pt idx="879">
                  <c:v>121.9522</c:v>
                </c:pt>
                <c:pt idx="880">
                  <c:v>121.9054</c:v>
                </c:pt>
                <c:pt idx="881">
                  <c:v>121.9465</c:v>
                </c:pt>
                <c:pt idx="882">
                  <c:v>121.79430000000001</c:v>
                </c:pt>
                <c:pt idx="883">
                  <c:v>121.8524</c:v>
                </c:pt>
                <c:pt idx="884">
                  <c:v>121.9781</c:v>
                </c:pt>
                <c:pt idx="885">
                  <c:v>121.9346</c:v>
                </c:pt>
                <c:pt idx="886">
                  <c:v>121.905</c:v>
                </c:pt>
                <c:pt idx="887">
                  <c:v>121.8779</c:v>
                </c:pt>
                <c:pt idx="888">
                  <c:v>121.92230000000001</c:v>
                </c:pt>
                <c:pt idx="889">
                  <c:v>122.1797</c:v>
                </c:pt>
                <c:pt idx="890">
                  <c:v>122.759</c:v>
                </c:pt>
                <c:pt idx="891">
                  <c:v>122.9516</c:v>
                </c:pt>
                <c:pt idx="892">
                  <c:v>123.2243</c:v>
                </c:pt>
                <c:pt idx="893">
                  <c:v>123.9482</c:v>
                </c:pt>
                <c:pt idx="894">
                  <c:v>123.5515</c:v>
                </c:pt>
                <c:pt idx="895">
                  <c:v>123.70229999999999</c:v>
                </c:pt>
                <c:pt idx="896">
                  <c:v>124.0031</c:v>
                </c:pt>
                <c:pt idx="897">
                  <c:v>124.3142</c:v>
                </c:pt>
                <c:pt idx="898">
                  <c:v>123.2594</c:v>
                </c:pt>
                <c:pt idx="899">
                  <c:v>123.3202</c:v>
                </c:pt>
                <c:pt idx="900">
                  <c:v>123.32810000000001</c:v>
                </c:pt>
                <c:pt idx="901">
                  <c:v>123.2397</c:v>
                </c:pt>
                <c:pt idx="902">
                  <c:v>123.32089999999999</c:v>
                </c:pt>
                <c:pt idx="903">
                  <c:v>122.9436</c:v>
                </c:pt>
                <c:pt idx="904">
                  <c:v>122.563</c:v>
                </c:pt>
                <c:pt idx="905">
                  <c:v>122.5553</c:v>
                </c:pt>
                <c:pt idx="906">
                  <c:v>122.72190000000001</c:v>
                </c:pt>
                <c:pt idx="907">
                  <c:v>122.4521</c:v>
                </c:pt>
                <c:pt idx="908">
                  <c:v>122.2346</c:v>
                </c:pt>
                <c:pt idx="909">
                  <c:v>122.3428</c:v>
                </c:pt>
                <c:pt idx="910">
                  <c:v>122.636</c:v>
                </c:pt>
                <c:pt idx="911">
                  <c:v>122.0253</c:v>
                </c:pt>
                <c:pt idx="912">
                  <c:v>122.227</c:v>
                </c:pt>
                <c:pt idx="913">
                  <c:v>123.16500000000001</c:v>
                </c:pt>
                <c:pt idx="914">
                  <c:v>123.6172</c:v>
                </c:pt>
                <c:pt idx="915">
                  <c:v>123.48269999999999</c:v>
                </c:pt>
                <c:pt idx="916">
                  <c:v>123.1073</c:v>
                </c:pt>
                <c:pt idx="917">
                  <c:v>123.1365</c:v>
                </c:pt>
                <c:pt idx="918">
                  <c:v>123.10590000000001</c:v>
                </c:pt>
                <c:pt idx="919">
                  <c:v>122.76220000000001</c:v>
                </c:pt>
                <c:pt idx="920">
                  <c:v>122.8409</c:v>
                </c:pt>
                <c:pt idx="921">
                  <c:v>122.6472</c:v>
                </c:pt>
                <c:pt idx="922">
                  <c:v>122.873</c:v>
                </c:pt>
                <c:pt idx="923">
                  <c:v>122.7841</c:v>
                </c:pt>
                <c:pt idx="924">
                  <c:v>122.7719</c:v>
                </c:pt>
                <c:pt idx="925">
                  <c:v>122.7148</c:v>
                </c:pt>
                <c:pt idx="926">
                  <c:v>122.69499999999999</c:v>
                </c:pt>
                <c:pt idx="927">
                  <c:v>123.01179999999999</c:v>
                </c:pt>
                <c:pt idx="928">
                  <c:v>122.9472</c:v>
                </c:pt>
                <c:pt idx="929">
                  <c:v>123.0874</c:v>
                </c:pt>
                <c:pt idx="930">
                  <c:v>123.3539</c:v>
                </c:pt>
                <c:pt idx="931">
                  <c:v>123.52030000000001</c:v>
                </c:pt>
                <c:pt idx="932">
                  <c:v>123.2179</c:v>
                </c:pt>
                <c:pt idx="933">
                  <c:v>123.1854</c:v>
                </c:pt>
                <c:pt idx="934">
                  <c:v>123.2158</c:v>
                </c:pt>
                <c:pt idx="935">
                  <c:v>123.1242</c:v>
                </c:pt>
                <c:pt idx="936">
                  <c:v>123.07089999999999</c:v>
                </c:pt>
                <c:pt idx="937">
                  <c:v>122.9498</c:v>
                </c:pt>
                <c:pt idx="938">
                  <c:v>122.9845</c:v>
                </c:pt>
                <c:pt idx="939">
                  <c:v>122.9285</c:v>
                </c:pt>
                <c:pt idx="940">
                  <c:v>122.6617</c:v>
                </c:pt>
                <c:pt idx="941">
                  <c:v>122.6825</c:v>
                </c:pt>
                <c:pt idx="942">
                  <c:v>122.4894</c:v>
                </c:pt>
                <c:pt idx="943">
                  <c:v>122.4931</c:v>
                </c:pt>
                <c:pt idx="944">
                  <c:v>122.5187</c:v>
                </c:pt>
                <c:pt idx="945">
                  <c:v>122.6182</c:v>
                </c:pt>
                <c:pt idx="946">
                  <c:v>122.6187</c:v>
                </c:pt>
                <c:pt idx="947">
                  <c:v>122.262</c:v>
                </c:pt>
                <c:pt idx="948">
                  <c:v>122.10120000000001</c:v>
                </c:pt>
                <c:pt idx="949">
                  <c:v>122.2594</c:v>
                </c:pt>
                <c:pt idx="950">
                  <c:v>122.26779999999999</c:v>
                </c:pt>
                <c:pt idx="951">
                  <c:v>122.2495</c:v>
                </c:pt>
                <c:pt idx="952">
                  <c:v>122.083</c:v>
                </c:pt>
                <c:pt idx="953">
                  <c:v>122.09950000000001</c:v>
                </c:pt>
                <c:pt idx="954">
                  <c:v>122.1553</c:v>
                </c:pt>
                <c:pt idx="955">
                  <c:v>122.28660000000001</c:v>
                </c:pt>
                <c:pt idx="956">
                  <c:v>122.4434</c:v>
                </c:pt>
                <c:pt idx="957">
                  <c:v>122.6335</c:v>
                </c:pt>
                <c:pt idx="958">
                  <c:v>122.5339</c:v>
                </c:pt>
                <c:pt idx="959">
                  <c:v>122.48520000000001</c:v>
                </c:pt>
                <c:pt idx="960">
                  <c:v>122.6056</c:v>
                </c:pt>
                <c:pt idx="961">
                  <c:v>122.35129999999999</c:v>
                </c:pt>
                <c:pt idx="962">
                  <c:v>122.3467</c:v>
                </c:pt>
                <c:pt idx="963">
                  <c:v>122.4222</c:v>
                </c:pt>
                <c:pt idx="964">
                  <c:v>122.4278</c:v>
                </c:pt>
                <c:pt idx="965">
                  <c:v>122.8819</c:v>
                </c:pt>
                <c:pt idx="966">
                  <c:v>122.7701</c:v>
                </c:pt>
                <c:pt idx="967">
                  <c:v>122.9375</c:v>
                </c:pt>
                <c:pt idx="968">
                  <c:v>123.1872</c:v>
                </c:pt>
                <c:pt idx="969">
                  <c:v>123.30289999999999</c:v>
                </c:pt>
                <c:pt idx="970">
                  <c:v>123.0155</c:v>
                </c:pt>
                <c:pt idx="971">
                  <c:v>123.1144</c:v>
                </c:pt>
                <c:pt idx="972">
                  <c:v>123.4273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AA-FB41-B94C-06A0C0E76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5596191"/>
        <c:axId val="1905597839"/>
      </c:lineChart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  USD/RMB Exchange Rate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data!$A$2:$A$974</c:f>
              <c:strCache>
                <c:ptCount val="973"/>
                <c:pt idx="0">
                  <c:v>1/2/2014</c:v>
                </c:pt>
                <c:pt idx="1">
                  <c:v>1/3/2014</c:v>
                </c:pt>
                <c:pt idx="2">
                  <c:v>1/6/2014</c:v>
                </c:pt>
                <c:pt idx="3">
                  <c:v>1/7/2014</c:v>
                </c:pt>
                <c:pt idx="4">
                  <c:v>1/8/2014</c:v>
                </c:pt>
                <c:pt idx="5">
                  <c:v>1/9/2014</c:v>
                </c:pt>
                <c:pt idx="6">
                  <c:v>1/10/2014</c:v>
                </c:pt>
                <c:pt idx="7">
                  <c:v>1/13/2014</c:v>
                </c:pt>
                <c:pt idx="8">
                  <c:v>1/14/2014</c:v>
                </c:pt>
                <c:pt idx="9">
                  <c:v>1/15/2014</c:v>
                </c:pt>
                <c:pt idx="10">
                  <c:v>1/16/2014</c:v>
                </c:pt>
                <c:pt idx="11">
                  <c:v>1/17/2014</c:v>
                </c:pt>
                <c:pt idx="12">
                  <c:v>1/20/2014</c:v>
                </c:pt>
                <c:pt idx="13">
                  <c:v>1/21/2014</c:v>
                </c:pt>
                <c:pt idx="14">
                  <c:v>1/22/2014</c:v>
                </c:pt>
                <c:pt idx="15">
                  <c:v>1/23/2014</c:v>
                </c:pt>
                <c:pt idx="16">
                  <c:v>1/24/2014</c:v>
                </c:pt>
                <c:pt idx="17">
                  <c:v>1/27/2014</c:v>
                </c:pt>
                <c:pt idx="18">
                  <c:v>1/28/2014</c:v>
                </c:pt>
                <c:pt idx="19">
                  <c:v>1/29/2014</c:v>
                </c:pt>
                <c:pt idx="20">
                  <c:v>1/30/2014</c:v>
                </c:pt>
                <c:pt idx="21">
                  <c:v>2/7/2014</c:v>
                </c:pt>
                <c:pt idx="22">
                  <c:v>2/10/2014</c:v>
                </c:pt>
                <c:pt idx="23">
                  <c:v>2/11/2014</c:v>
                </c:pt>
                <c:pt idx="24">
                  <c:v>2/12/2014</c:v>
                </c:pt>
                <c:pt idx="25">
                  <c:v>2/13/2014</c:v>
                </c:pt>
                <c:pt idx="26">
                  <c:v>2/14/2014</c:v>
                </c:pt>
                <c:pt idx="27">
                  <c:v>2/17/2014</c:v>
                </c:pt>
                <c:pt idx="28">
                  <c:v>2/18/2014</c:v>
                </c:pt>
                <c:pt idx="29">
                  <c:v>2/19/2014</c:v>
                </c:pt>
                <c:pt idx="30">
                  <c:v>2/20/2014</c:v>
                </c:pt>
                <c:pt idx="31">
                  <c:v>2/21/2014</c:v>
                </c:pt>
                <c:pt idx="32">
                  <c:v>2/24/2014</c:v>
                </c:pt>
                <c:pt idx="33">
                  <c:v>2/25/2014</c:v>
                </c:pt>
                <c:pt idx="34">
                  <c:v>2/26/2014</c:v>
                </c:pt>
                <c:pt idx="35">
                  <c:v>2/27/2014</c:v>
                </c:pt>
                <c:pt idx="36">
                  <c:v>2/28/2014</c:v>
                </c:pt>
                <c:pt idx="37">
                  <c:v>3/3/2014</c:v>
                </c:pt>
                <c:pt idx="38">
                  <c:v>3/4/2014</c:v>
                </c:pt>
                <c:pt idx="39">
                  <c:v>3/5/2014</c:v>
                </c:pt>
                <c:pt idx="40">
                  <c:v>3/6/2014</c:v>
                </c:pt>
                <c:pt idx="41">
                  <c:v>3/7/2014</c:v>
                </c:pt>
                <c:pt idx="42">
                  <c:v>3/10/2014</c:v>
                </c:pt>
                <c:pt idx="43">
                  <c:v>3/11/2014</c:v>
                </c:pt>
                <c:pt idx="44">
                  <c:v>3/12/2014</c:v>
                </c:pt>
                <c:pt idx="45">
                  <c:v>3/13/2014</c:v>
                </c:pt>
                <c:pt idx="46">
                  <c:v>3/14/2014</c:v>
                </c:pt>
                <c:pt idx="47">
                  <c:v>3/17/2014</c:v>
                </c:pt>
                <c:pt idx="48">
                  <c:v>3/18/2014</c:v>
                </c:pt>
                <c:pt idx="49">
                  <c:v>3/19/2014</c:v>
                </c:pt>
                <c:pt idx="50">
                  <c:v>3/20/2014</c:v>
                </c:pt>
                <c:pt idx="51">
                  <c:v>3/21/2014</c:v>
                </c:pt>
                <c:pt idx="52">
                  <c:v>3/24/2014</c:v>
                </c:pt>
                <c:pt idx="53">
                  <c:v>3/25/2014</c:v>
                </c:pt>
                <c:pt idx="54">
                  <c:v>3/26/2014</c:v>
                </c:pt>
                <c:pt idx="55">
                  <c:v>3/27/2014</c:v>
                </c:pt>
                <c:pt idx="56">
                  <c:v>3/28/2014</c:v>
                </c:pt>
                <c:pt idx="57">
                  <c:v>3/31/2014</c:v>
                </c:pt>
                <c:pt idx="58">
                  <c:v>4/1/2014</c:v>
                </c:pt>
                <c:pt idx="59">
                  <c:v>4/2/2014</c:v>
                </c:pt>
                <c:pt idx="60">
                  <c:v>4/3/2014</c:v>
                </c:pt>
                <c:pt idx="61">
                  <c:v>4/4/2014</c:v>
                </c:pt>
                <c:pt idx="62">
                  <c:v>4/8/2014</c:v>
                </c:pt>
                <c:pt idx="63">
                  <c:v>4/9/2014</c:v>
                </c:pt>
                <c:pt idx="64">
                  <c:v>4/10/2014</c:v>
                </c:pt>
                <c:pt idx="65">
                  <c:v>4/11/2014</c:v>
                </c:pt>
                <c:pt idx="66">
                  <c:v>4/14/2014</c:v>
                </c:pt>
                <c:pt idx="67">
                  <c:v>4/15/2014</c:v>
                </c:pt>
                <c:pt idx="68">
                  <c:v>4/16/2014</c:v>
                </c:pt>
                <c:pt idx="69">
                  <c:v>4/17/2014</c:v>
                </c:pt>
                <c:pt idx="70">
                  <c:v>4/18/2014</c:v>
                </c:pt>
                <c:pt idx="71">
                  <c:v>4/21/2014</c:v>
                </c:pt>
                <c:pt idx="72">
                  <c:v>4/22/2014</c:v>
                </c:pt>
                <c:pt idx="73">
                  <c:v>4/23/2014</c:v>
                </c:pt>
                <c:pt idx="74">
                  <c:v>4/24/2014</c:v>
                </c:pt>
                <c:pt idx="75">
                  <c:v>4/25/2014</c:v>
                </c:pt>
                <c:pt idx="76">
                  <c:v>4/28/2014</c:v>
                </c:pt>
                <c:pt idx="77">
                  <c:v>4/29/2014</c:v>
                </c:pt>
                <c:pt idx="78">
                  <c:v>4/30/2014</c:v>
                </c:pt>
                <c:pt idx="79">
                  <c:v>5/5/2014</c:v>
                </c:pt>
                <c:pt idx="80">
                  <c:v>5/6/2014</c:v>
                </c:pt>
                <c:pt idx="81">
                  <c:v>5/7/2014</c:v>
                </c:pt>
                <c:pt idx="82">
                  <c:v>5/8/2014</c:v>
                </c:pt>
                <c:pt idx="83">
                  <c:v>5/9/2014</c:v>
                </c:pt>
                <c:pt idx="84">
                  <c:v>5/12/2014</c:v>
                </c:pt>
                <c:pt idx="85">
                  <c:v>5/13/2014</c:v>
                </c:pt>
                <c:pt idx="86">
                  <c:v>5/14/2014</c:v>
                </c:pt>
                <c:pt idx="87">
                  <c:v>5/15/2014</c:v>
                </c:pt>
                <c:pt idx="88">
                  <c:v>5/16/2014</c:v>
                </c:pt>
                <c:pt idx="89">
                  <c:v>5/19/2014</c:v>
                </c:pt>
                <c:pt idx="90">
                  <c:v>5/20/2014</c:v>
                </c:pt>
                <c:pt idx="91">
                  <c:v>5/21/2014</c:v>
                </c:pt>
                <c:pt idx="92">
                  <c:v>5/22/2014</c:v>
                </c:pt>
                <c:pt idx="93">
                  <c:v>5/23/2014</c:v>
                </c:pt>
                <c:pt idx="94">
                  <c:v>5/26/2014</c:v>
                </c:pt>
                <c:pt idx="95">
                  <c:v>5/27/2014</c:v>
                </c:pt>
                <c:pt idx="96">
                  <c:v>5/28/2014</c:v>
                </c:pt>
                <c:pt idx="97">
                  <c:v>5/29/2014</c:v>
                </c:pt>
                <c:pt idx="98">
                  <c:v>5/30/2014</c:v>
                </c:pt>
                <c:pt idx="99">
                  <c:v>6/3/2014</c:v>
                </c:pt>
                <c:pt idx="100">
                  <c:v>6/4/2014</c:v>
                </c:pt>
                <c:pt idx="101">
                  <c:v>6/5/2014</c:v>
                </c:pt>
                <c:pt idx="102">
                  <c:v>6/6/2014</c:v>
                </c:pt>
                <c:pt idx="103">
                  <c:v>6/9/2014</c:v>
                </c:pt>
                <c:pt idx="104">
                  <c:v>6/10/2014</c:v>
                </c:pt>
                <c:pt idx="105">
                  <c:v>6/11/2014</c:v>
                </c:pt>
                <c:pt idx="106">
                  <c:v>6/12/2014</c:v>
                </c:pt>
                <c:pt idx="107">
                  <c:v>6/13/2014</c:v>
                </c:pt>
                <c:pt idx="108">
                  <c:v>6/16/2014</c:v>
                </c:pt>
                <c:pt idx="109">
                  <c:v>6/17/2014</c:v>
                </c:pt>
                <c:pt idx="110">
                  <c:v>6/18/2014</c:v>
                </c:pt>
                <c:pt idx="111">
                  <c:v>6/19/2014</c:v>
                </c:pt>
                <c:pt idx="112">
                  <c:v>6/20/2014</c:v>
                </c:pt>
                <c:pt idx="113">
                  <c:v>6/23/2014</c:v>
                </c:pt>
                <c:pt idx="114">
                  <c:v>6/24/2014</c:v>
                </c:pt>
                <c:pt idx="115">
                  <c:v>6/25/2014</c:v>
                </c:pt>
                <c:pt idx="116">
                  <c:v>6/26/2014</c:v>
                </c:pt>
                <c:pt idx="117">
                  <c:v>6/27/2014</c:v>
                </c:pt>
                <c:pt idx="118">
                  <c:v>6/30/2014</c:v>
                </c:pt>
                <c:pt idx="119">
                  <c:v>7/1/2014</c:v>
                </c:pt>
                <c:pt idx="120">
                  <c:v>7/2/2014</c:v>
                </c:pt>
                <c:pt idx="121">
                  <c:v>7/3/2014</c:v>
                </c:pt>
                <c:pt idx="122">
                  <c:v>7/4/2014</c:v>
                </c:pt>
                <c:pt idx="123">
                  <c:v>7/7/2014</c:v>
                </c:pt>
                <c:pt idx="124">
                  <c:v>7/8/2014</c:v>
                </c:pt>
                <c:pt idx="125">
                  <c:v>7/9/2014</c:v>
                </c:pt>
                <c:pt idx="126">
                  <c:v>7/10/2014</c:v>
                </c:pt>
                <c:pt idx="127">
                  <c:v>7/11/2014</c:v>
                </c:pt>
                <c:pt idx="128">
                  <c:v>7/14/2014</c:v>
                </c:pt>
                <c:pt idx="129">
                  <c:v>7/15/2014</c:v>
                </c:pt>
                <c:pt idx="130">
                  <c:v>7/16/2014</c:v>
                </c:pt>
                <c:pt idx="131">
                  <c:v>7/17/2014</c:v>
                </c:pt>
                <c:pt idx="132">
                  <c:v>7/18/2014</c:v>
                </c:pt>
                <c:pt idx="133">
                  <c:v>7/21/2014</c:v>
                </c:pt>
                <c:pt idx="134">
                  <c:v>7/22/2014</c:v>
                </c:pt>
                <c:pt idx="135">
                  <c:v>7/23/2014</c:v>
                </c:pt>
                <c:pt idx="136">
                  <c:v>7/24/2014</c:v>
                </c:pt>
                <c:pt idx="137">
                  <c:v>7/25/2014</c:v>
                </c:pt>
                <c:pt idx="138">
                  <c:v>7/28/2014</c:v>
                </c:pt>
                <c:pt idx="139">
                  <c:v>7/29/2014</c:v>
                </c:pt>
                <c:pt idx="140">
                  <c:v>7/30/2014</c:v>
                </c:pt>
                <c:pt idx="141">
                  <c:v>7/31/2014</c:v>
                </c:pt>
                <c:pt idx="142">
                  <c:v>8/1/2014</c:v>
                </c:pt>
                <c:pt idx="143">
                  <c:v>8/4/2014</c:v>
                </c:pt>
                <c:pt idx="144">
                  <c:v>8/5/2014</c:v>
                </c:pt>
                <c:pt idx="145">
                  <c:v>8/6/2014</c:v>
                </c:pt>
                <c:pt idx="146">
                  <c:v>8/7/2014</c:v>
                </c:pt>
                <c:pt idx="147">
                  <c:v>8/8/2014</c:v>
                </c:pt>
                <c:pt idx="148">
                  <c:v>8/11/2014</c:v>
                </c:pt>
                <c:pt idx="149">
                  <c:v>8/12/2014</c:v>
                </c:pt>
                <c:pt idx="150">
                  <c:v>8/13/2014</c:v>
                </c:pt>
                <c:pt idx="151">
                  <c:v>8/14/2014</c:v>
                </c:pt>
                <c:pt idx="152">
                  <c:v>8/15/2014</c:v>
                </c:pt>
                <c:pt idx="153">
                  <c:v>8/18/2014</c:v>
                </c:pt>
                <c:pt idx="154">
                  <c:v>8/19/2014</c:v>
                </c:pt>
                <c:pt idx="155">
                  <c:v>8/20/2014</c:v>
                </c:pt>
                <c:pt idx="156">
                  <c:v>8/21/2014</c:v>
                </c:pt>
                <c:pt idx="157">
                  <c:v>8/22/2014</c:v>
                </c:pt>
                <c:pt idx="158">
                  <c:v>8/25/2014</c:v>
                </c:pt>
                <c:pt idx="159">
                  <c:v>8/26/2014</c:v>
                </c:pt>
                <c:pt idx="160">
                  <c:v>8/27/2014</c:v>
                </c:pt>
                <c:pt idx="161">
                  <c:v>8/28/2014</c:v>
                </c:pt>
                <c:pt idx="162">
                  <c:v>8/29/2014</c:v>
                </c:pt>
                <c:pt idx="163">
                  <c:v>9/1/2014</c:v>
                </c:pt>
                <c:pt idx="164">
                  <c:v>9/2/2014</c:v>
                </c:pt>
                <c:pt idx="165">
                  <c:v>9/3/2014</c:v>
                </c:pt>
                <c:pt idx="166">
                  <c:v>9/4/2014</c:v>
                </c:pt>
                <c:pt idx="167">
                  <c:v>9/5/2014</c:v>
                </c:pt>
                <c:pt idx="168">
                  <c:v>9/9/2014</c:v>
                </c:pt>
                <c:pt idx="169">
                  <c:v>9/10/2014</c:v>
                </c:pt>
                <c:pt idx="170">
                  <c:v>9/11/2014</c:v>
                </c:pt>
                <c:pt idx="171">
                  <c:v>9/12/2014</c:v>
                </c:pt>
                <c:pt idx="172">
                  <c:v>9/15/2014</c:v>
                </c:pt>
                <c:pt idx="173">
                  <c:v>9/16/2014</c:v>
                </c:pt>
                <c:pt idx="174">
                  <c:v>9/17/2014</c:v>
                </c:pt>
                <c:pt idx="175">
                  <c:v>9/18/2014</c:v>
                </c:pt>
                <c:pt idx="176">
                  <c:v>9/19/2014</c:v>
                </c:pt>
                <c:pt idx="177">
                  <c:v>9/22/2014</c:v>
                </c:pt>
                <c:pt idx="178">
                  <c:v>9/23/2014</c:v>
                </c:pt>
                <c:pt idx="179">
                  <c:v>9/24/2014</c:v>
                </c:pt>
                <c:pt idx="180">
                  <c:v>9/25/2014</c:v>
                </c:pt>
                <c:pt idx="181">
                  <c:v>9/26/2014</c:v>
                </c:pt>
                <c:pt idx="182">
                  <c:v>9/29/2014</c:v>
                </c:pt>
                <c:pt idx="183">
                  <c:v>9/30/2014</c:v>
                </c:pt>
                <c:pt idx="184">
                  <c:v>10/8/2014</c:v>
                </c:pt>
                <c:pt idx="185">
                  <c:v>10/9/2014</c:v>
                </c:pt>
                <c:pt idx="186">
                  <c:v>10/10/2014</c:v>
                </c:pt>
                <c:pt idx="187">
                  <c:v>10/13/2014</c:v>
                </c:pt>
                <c:pt idx="188">
                  <c:v>10/14/2014</c:v>
                </c:pt>
                <c:pt idx="189">
                  <c:v>10/15/2014</c:v>
                </c:pt>
                <c:pt idx="190">
                  <c:v>10/16/2014</c:v>
                </c:pt>
                <c:pt idx="191">
                  <c:v>10/17/2014</c:v>
                </c:pt>
                <c:pt idx="192">
                  <c:v>10/20/2014</c:v>
                </c:pt>
                <c:pt idx="193">
                  <c:v>10/21/2014</c:v>
                </c:pt>
                <c:pt idx="194">
                  <c:v>10/22/2014</c:v>
                </c:pt>
                <c:pt idx="195">
                  <c:v>10/23/2014</c:v>
                </c:pt>
                <c:pt idx="196">
                  <c:v>10/24/2014</c:v>
                </c:pt>
                <c:pt idx="197">
                  <c:v>10/27/2014</c:v>
                </c:pt>
                <c:pt idx="198">
                  <c:v>10/28/2014</c:v>
                </c:pt>
                <c:pt idx="199">
                  <c:v>10/29/2014</c:v>
                </c:pt>
                <c:pt idx="200">
                  <c:v>10/30/2014</c:v>
                </c:pt>
                <c:pt idx="201">
                  <c:v>10/31/2014</c:v>
                </c:pt>
                <c:pt idx="202">
                  <c:v>11/3/2014</c:v>
                </c:pt>
                <c:pt idx="203">
                  <c:v>11/4/2014</c:v>
                </c:pt>
                <c:pt idx="204">
                  <c:v>11/5/2014</c:v>
                </c:pt>
                <c:pt idx="205">
                  <c:v>11/6/2014</c:v>
                </c:pt>
                <c:pt idx="206">
                  <c:v>11/7/2014</c:v>
                </c:pt>
                <c:pt idx="207">
                  <c:v>11/10/2014</c:v>
                </c:pt>
                <c:pt idx="208">
                  <c:v>11/11/2014</c:v>
                </c:pt>
                <c:pt idx="209">
                  <c:v>11/12/2014</c:v>
                </c:pt>
                <c:pt idx="210">
                  <c:v>11/13/2014</c:v>
                </c:pt>
                <c:pt idx="211">
                  <c:v>11/14/2014</c:v>
                </c:pt>
                <c:pt idx="212">
                  <c:v>11/17/2014</c:v>
                </c:pt>
                <c:pt idx="213">
                  <c:v>11/18/2014</c:v>
                </c:pt>
                <c:pt idx="214">
                  <c:v>11/19/2014</c:v>
                </c:pt>
                <c:pt idx="215">
                  <c:v>11/20/2014</c:v>
                </c:pt>
                <c:pt idx="216">
                  <c:v>11/21/2014</c:v>
                </c:pt>
                <c:pt idx="217">
                  <c:v>11/24/2014</c:v>
                </c:pt>
                <c:pt idx="218">
                  <c:v>11/25/2014</c:v>
                </c:pt>
                <c:pt idx="219">
                  <c:v>11/26/2014</c:v>
                </c:pt>
                <c:pt idx="220">
                  <c:v>11/27/2014</c:v>
                </c:pt>
                <c:pt idx="221">
                  <c:v>11/28/2014</c:v>
                </c:pt>
                <c:pt idx="222">
                  <c:v>12/1/2014</c:v>
                </c:pt>
                <c:pt idx="223">
                  <c:v>12/2/2014</c:v>
                </c:pt>
                <c:pt idx="224">
                  <c:v>12/3/2014</c:v>
                </c:pt>
                <c:pt idx="225">
                  <c:v>12/4/2014</c:v>
                </c:pt>
                <c:pt idx="226">
                  <c:v>12/5/2014</c:v>
                </c:pt>
                <c:pt idx="227">
                  <c:v>12/10/2014</c:v>
                </c:pt>
                <c:pt idx="228">
                  <c:v>12/11/2014</c:v>
                </c:pt>
                <c:pt idx="229">
                  <c:v>12/12/2014</c:v>
                </c:pt>
                <c:pt idx="230">
                  <c:v>12/15/2014</c:v>
                </c:pt>
                <c:pt idx="231">
                  <c:v>12/17/2014</c:v>
                </c:pt>
                <c:pt idx="232">
                  <c:v>12/18/2014</c:v>
                </c:pt>
                <c:pt idx="233">
                  <c:v>12/19/2014</c:v>
                </c:pt>
                <c:pt idx="234">
                  <c:v>12/22/2014</c:v>
                </c:pt>
                <c:pt idx="235">
                  <c:v>12/23/2014</c:v>
                </c:pt>
                <c:pt idx="236">
                  <c:v>12/24/2014</c:v>
                </c:pt>
                <c:pt idx="237">
                  <c:v>12/25/2014</c:v>
                </c:pt>
                <c:pt idx="238">
                  <c:v>12/26/2014</c:v>
                </c:pt>
                <c:pt idx="239">
                  <c:v>12/29/2014</c:v>
                </c:pt>
                <c:pt idx="240">
                  <c:v>12/30/2014</c:v>
                </c:pt>
                <c:pt idx="241">
                  <c:v>12/31/2014</c:v>
                </c:pt>
                <c:pt idx="242">
                  <c:v>1/5/2015</c:v>
                </c:pt>
                <c:pt idx="243">
                  <c:v>1/6/2015</c:v>
                </c:pt>
                <c:pt idx="244">
                  <c:v>1/7/2015</c:v>
                </c:pt>
                <c:pt idx="245">
                  <c:v>1/8/2015</c:v>
                </c:pt>
                <c:pt idx="246">
                  <c:v>1/9/2015</c:v>
                </c:pt>
                <c:pt idx="247">
                  <c:v>1/12/2015</c:v>
                </c:pt>
                <c:pt idx="248">
                  <c:v>1/13/2015</c:v>
                </c:pt>
                <c:pt idx="249">
                  <c:v>1/14/2015</c:v>
                </c:pt>
                <c:pt idx="250">
                  <c:v>1/15/2015</c:v>
                </c:pt>
                <c:pt idx="251">
                  <c:v>1/16/2015</c:v>
                </c:pt>
                <c:pt idx="252">
                  <c:v>1/19/2015</c:v>
                </c:pt>
                <c:pt idx="253">
                  <c:v>1/20/2015</c:v>
                </c:pt>
                <c:pt idx="254">
                  <c:v>1/21/2015</c:v>
                </c:pt>
                <c:pt idx="255">
                  <c:v>1/22/2015</c:v>
                </c:pt>
                <c:pt idx="256">
                  <c:v>1/23/2015</c:v>
                </c:pt>
                <c:pt idx="257">
                  <c:v>1/26/2015</c:v>
                </c:pt>
                <c:pt idx="258">
                  <c:v>1/27/2015</c:v>
                </c:pt>
                <c:pt idx="259">
                  <c:v>1/28/2015</c:v>
                </c:pt>
                <c:pt idx="260">
                  <c:v>1/29/2015</c:v>
                </c:pt>
                <c:pt idx="261">
                  <c:v>1/30/2015</c:v>
                </c:pt>
                <c:pt idx="262">
                  <c:v>2/2/2015</c:v>
                </c:pt>
                <c:pt idx="263">
                  <c:v>2/3/2015</c:v>
                </c:pt>
                <c:pt idx="264">
                  <c:v>2/4/2015</c:v>
                </c:pt>
                <c:pt idx="265">
                  <c:v>2/5/2015</c:v>
                </c:pt>
                <c:pt idx="266">
                  <c:v>2/6/2015</c:v>
                </c:pt>
                <c:pt idx="267">
                  <c:v>2/9/2015</c:v>
                </c:pt>
                <c:pt idx="268">
                  <c:v>2/10/2015</c:v>
                </c:pt>
                <c:pt idx="269">
                  <c:v>2/11/2015</c:v>
                </c:pt>
                <c:pt idx="270">
                  <c:v>2/12/2015</c:v>
                </c:pt>
                <c:pt idx="271">
                  <c:v>2/13/2015</c:v>
                </c:pt>
                <c:pt idx="272">
                  <c:v>2/16/2015</c:v>
                </c:pt>
                <c:pt idx="273">
                  <c:v>2/17/2015</c:v>
                </c:pt>
                <c:pt idx="274">
                  <c:v>2/25/2015</c:v>
                </c:pt>
                <c:pt idx="275">
                  <c:v>2/26/2015</c:v>
                </c:pt>
                <c:pt idx="276">
                  <c:v>2/27/2015</c:v>
                </c:pt>
                <c:pt idx="277">
                  <c:v>3/2/2015</c:v>
                </c:pt>
                <c:pt idx="278">
                  <c:v>3/3/2015</c:v>
                </c:pt>
                <c:pt idx="279">
                  <c:v>3/4/2015</c:v>
                </c:pt>
                <c:pt idx="280">
                  <c:v>3/5/2015</c:v>
                </c:pt>
                <c:pt idx="281">
                  <c:v>3/6/2015</c:v>
                </c:pt>
                <c:pt idx="282">
                  <c:v>3/9/2015</c:v>
                </c:pt>
                <c:pt idx="283">
                  <c:v>3/10/2015</c:v>
                </c:pt>
                <c:pt idx="284">
                  <c:v>3/11/2015</c:v>
                </c:pt>
                <c:pt idx="285">
                  <c:v>3/12/2015</c:v>
                </c:pt>
                <c:pt idx="286">
                  <c:v>3/13/2015</c:v>
                </c:pt>
                <c:pt idx="287">
                  <c:v>3/16/2015</c:v>
                </c:pt>
                <c:pt idx="288">
                  <c:v>3/17/2015</c:v>
                </c:pt>
                <c:pt idx="289">
                  <c:v>3/18/2015</c:v>
                </c:pt>
                <c:pt idx="290">
                  <c:v>3/19/2015</c:v>
                </c:pt>
                <c:pt idx="291">
                  <c:v>3/20/2015</c:v>
                </c:pt>
                <c:pt idx="292">
                  <c:v>3/23/2015</c:v>
                </c:pt>
                <c:pt idx="293">
                  <c:v>3/24/2015</c:v>
                </c:pt>
                <c:pt idx="294">
                  <c:v>3/25/2015</c:v>
                </c:pt>
                <c:pt idx="295">
                  <c:v>3/26/2015</c:v>
                </c:pt>
                <c:pt idx="296">
                  <c:v>3/27/2015</c:v>
                </c:pt>
                <c:pt idx="297">
                  <c:v>3/30/2015</c:v>
                </c:pt>
                <c:pt idx="298">
                  <c:v>3/31/2015</c:v>
                </c:pt>
                <c:pt idx="299">
                  <c:v>4/1/2015</c:v>
                </c:pt>
                <c:pt idx="300">
                  <c:v>4/2/2015</c:v>
                </c:pt>
                <c:pt idx="301">
                  <c:v>4/3/2015</c:v>
                </c:pt>
                <c:pt idx="302">
                  <c:v>4/7/2015</c:v>
                </c:pt>
                <c:pt idx="303">
                  <c:v>4/8/2015</c:v>
                </c:pt>
                <c:pt idx="304">
                  <c:v>4/9/2015</c:v>
                </c:pt>
                <c:pt idx="305">
                  <c:v>4/10/2015</c:v>
                </c:pt>
                <c:pt idx="306">
                  <c:v>4/13/2015</c:v>
                </c:pt>
                <c:pt idx="307">
                  <c:v>4/14/2015</c:v>
                </c:pt>
                <c:pt idx="308">
                  <c:v>4/15/2015</c:v>
                </c:pt>
                <c:pt idx="309">
                  <c:v>4/16/2015</c:v>
                </c:pt>
                <c:pt idx="310">
                  <c:v>4/17/2015</c:v>
                </c:pt>
                <c:pt idx="311">
                  <c:v>4/20/2015</c:v>
                </c:pt>
                <c:pt idx="312">
                  <c:v>4/21/2015</c:v>
                </c:pt>
                <c:pt idx="313">
                  <c:v>4/22/2015</c:v>
                </c:pt>
                <c:pt idx="314">
                  <c:v>4/23/2015</c:v>
                </c:pt>
                <c:pt idx="315">
                  <c:v>4/24/2015</c:v>
                </c:pt>
                <c:pt idx="316">
                  <c:v>4/27/2015</c:v>
                </c:pt>
                <c:pt idx="317">
                  <c:v>4/28/2015</c:v>
                </c:pt>
                <c:pt idx="318">
                  <c:v>4/29/2015</c:v>
                </c:pt>
                <c:pt idx="319">
                  <c:v>4/30/2015</c:v>
                </c:pt>
                <c:pt idx="320">
                  <c:v>5/4/2015</c:v>
                </c:pt>
                <c:pt idx="321">
                  <c:v>5/5/2015</c:v>
                </c:pt>
                <c:pt idx="322">
                  <c:v>5/6/2015</c:v>
                </c:pt>
                <c:pt idx="323">
                  <c:v>5/7/2015</c:v>
                </c:pt>
                <c:pt idx="324">
                  <c:v>5/8/2015</c:v>
                </c:pt>
                <c:pt idx="325">
                  <c:v>5/11/2015</c:v>
                </c:pt>
                <c:pt idx="326">
                  <c:v>5/12/2015</c:v>
                </c:pt>
                <c:pt idx="327">
                  <c:v>5/13/2015</c:v>
                </c:pt>
                <c:pt idx="328">
                  <c:v>5/14/2015</c:v>
                </c:pt>
                <c:pt idx="329">
                  <c:v>5/15/2015</c:v>
                </c:pt>
                <c:pt idx="330">
                  <c:v>5/18/2015</c:v>
                </c:pt>
                <c:pt idx="331">
                  <c:v>5/19/2015</c:v>
                </c:pt>
                <c:pt idx="332">
                  <c:v>5/20/2015</c:v>
                </c:pt>
                <c:pt idx="333">
                  <c:v>5/21/2015</c:v>
                </c:pt>
                <c:pt idx="334">
                  <c:v>5/22/2015</c:v>
                </c:pt>
                <c:pt idx="335">
                  <c:v>5/25/2015</c:v>
                </c:pt>
                <c:pt idx="336">
                  <c:v>5/26/2015</c:v>
                </c:pt>
                <c:pt idx="337">
                  <c:v>5/27/2015</c:v>
                </c:pt>
                <c:pt idx="338">
                  <c:v>5/28/2015</c:v>
                </c:pt>
                <c:pt idx="339">
                  <c:v>5/29/2015</c:v>
                </c:pt>
                <c:pt idx="340">
                  <c:v>6/1/2015</c:v>
                </c:pt>
                <c:pt idx="341">
                  <c:v>6/2/2015</c:v>
                </c:pt>
                <c:pt idx="342">
                  <c:v>6/3/2015</c:v>
                </c:pt>
                <c:pt idx="343">
                  <c:v>6/4/2015</c:v>
                </c:pt>
                <c:pt idx="344">
                  <c:v>6/5/2015</c:v>
                </c:pt>
                <c:pt idx="345">
                  <c:v>6/8/2015</c:v>
                </c:pt>
                <c:pt idx="346">
                  <c:v>6/9/2015</c:v>
                </c:pt>
                <c:pt idx="347">
                  <c:v>6/10/2015</c:v>
                </c:pt>
                <c:pt idx="348">
                  <c:v>6/11/2015</c:v>
                </c:pt>
                <c:pt idx="349">
                  <c:v>6/12/2015</c:v>
                </c:pt>
                <c:pt idx="350">
                  <c:v>6/15/2015</c:v>
                </c:pt>
                <c:pt idx="351">
                  <c:v>6/16/2015</c:v>
                </c:pt>
                <c:pt idx="352">
                  <c:v>6/17/2015</c:v>
                </c:pt>
                <c:pt idx="353">
                  <c:v>6/18/2015</c:v>
                </c:pt>
                <c:pt idx="354">
                  <c:v>6/19/2015</c:v>
                </c:pt>
                <c:pt idx="355">
                  <c:v>6/24/2015</c:v>
                </c:pt>
                <c:pt idx="356">
                  <c:v>6/25/2015</c:v>
                </c:pt>
                <c:pt idx="357">
                  <c:v>6/26/2015</c:v>
                </c:pt>
                <c:pt idx="358">
                  <c:v>6/29/2015</c:v>
                </c:pt>
                <c:pt idx="359">
                  <c:v>6/30/2015</c:v>
                </c:pt>
                <c:pt idx="360">
                  <c:v>7/1/2015</c:v>
                </c:pt>
                <c:pt idx="361">
                  <c:v>7/2/2015</c:v>
                </c:pt>
                <c:pt idx="362">
                  <c:v>7/3/2015</c:v>
                </c:pt>
                <c:pt idx="363">
                  <c:v>7/6/2015</c:v>
                </c:pt>
                <c:pt idx="364">
                  <c:v>7/7/2015</c:v>
                </c:pt>
                <c:pt idx="365">
                  <c:v>7/8/2015</c:v>
                </c:pt>
                <c:pt idx="366">
                  <c:v>7/9/2015</c:v>
                </c:pt>
                <c:pt idx="367">
                  <c:v>7/10/2015</c:v>
                </c:pt>
                <c:pt idx="368">
                  <c:v>7/13/2015</c:v>
                </c:pt>
                <c:pt idx="369">
                  <c:v>7/14/2015</c:v>
                </c:pt>
                <c:pt idx="370">
                  <c:v>7/15/2015</c:v>
                </c:pt>
                <c:pt idx="371">
                  <c:v>7/16/2015</c:v>
                </c:pt>
                <c:pt idx="372">
                  <c:v>7/17/2015</c:v>
                </c:pt>
                <c:pt idx="373">
                  <c:v>7/20/2015</c:v>
                </c:pt>
                <c:pt idx="374">
                  <c:v>7/21/2015</c:v>
                </c:pt>
                <c:pt idx="375">
                  <c:v>7/22/2015</c:v>
                </c:pt>
                <c:pt idx="376">
                  <c:v>7/23/2015</c:v>
                </c:pt>
                <c:pt idx="377">
                  <c:v>7/24/2015</c:v>
                </c:pt>
                <c:pt idx="378">
                  <c:v>7/27/2015</c:v>
                </c:pt>
                <c:pt idx="379">
                  <c:v>7/28/2015</c:v>
                </c:pt>
                <c:pt idx="380">
                  <c:v>7/29/2015</c:v>
                </c:pt>
                <c:pt idx="381">
                  <c:v>7/30/2015</c:v>
                </c:pt>
                <c:pt idx="382">
                  <c:v>7/31/2015</c:v>
                </c:pt>
                <c:pt idx="383">
                  <c:v>8/3/2015</c:v>
                </c:pt>
                <c:pt idx="384">
                  <c:v>8/4/2015</c:v>
                </c:pt>
                <c:pt idx="385">
                  <c:v>8/5/2015</c:v>
                </c:pt>
                <c:pt idx="386">
                  <c:v>8/6/2015</c:v>
                </c:pt>
                <c:pt idx="387">
                  <c:v>8/7/2015</c:v>
                </c:pt>
                <c:pt idx="388">
                  <c:v>8/10/2015</c:v>
                </c:pt>
                <c:pt idx="389">
                  <c:v>8/11/2015</c:v>
                </c:pt>
                <c:pt idx="390">
                  <c:v>8/12/2015</c:v>
                </c:pt>
                <c:pt idx="391">
                  <c:v>8/13/2015</c:v>
                </c:pt>
                <c:pt idx="392">
                  <c:v>8/14/2015</c:v>
                </c:pt>
                <c:pt idx="393">
                  <c:v>8/17/2015</c:v>
                </c:pt>
                <c:pt idx="394">
                  <c:v>8/18/2015</c:v>
                </c:pt>
                <c:pt idx="395">
                  <c:v>8/19/2015</c:v>
                </c:pt>
                <c:pt idx="396">
                  <c:v>8/20/2015</c:v>
                </c:pt>
                <c:pt idx="397">
                  <c:v>8/21/2015</c:v>
                </c:pt>
                <c:pt idx="398">
                  <c:v>8/24/2015</c:v>
                </c:pt>
                <c:pt idx="399">
                  <c:v>8/25/2015</c:v>
                </c:pt>
                <c:pt idx="400">
                  <c:v>8/26/2015</c:v>
                </c:pt>
                <c:pt idx="401">
                  <c:v>8/27/2015</c:v>
                </c:pt>
                <c:pt idx="402">
                  <c:v>8/28/2015</c:v>
                </c:pt>
                <c:pt idx="403">
                  <c:v>8/31/2015</c:v>
                </c:pt>
                <c:pt idx="404">
                  <c:v>9/1/2015</c:v>
                </c:pt>
                <c:pt idx="405">
                  <c:v>9/2/2015</c:v>
                </c:pt>
                <c:pt idx="406">
                  <c:v>9/7/2015</c:v>
                </c:pt>
                <c:pt idx="407">
                  <c:v>9/8/2015</c:v>
                </c:pt>
                <c:pt idx="408">
                  <c:v>9/9/2015</c:v>
                </c:pt>
                <c:pt idx="409">
                  <c:v>9/10/2015</c:v>
                </c:pt>
                <c:pt idx="410">
                  <c:v>9/11/2015</c:v>
                </c:pt>
                <c:pt idx="411">
                  <c:v>9/14/2015</c:v>
                </c:pt>
                <c:pt idx="412">
                  <c:v>9/15/2015</c:v>
                </c:pt>
                <c:pt idx="413">
                  <c:v>9/16/2015</c:v>
                </c:pt>
                <c:pt idx="414">
                  <c:v>9/17/2015</c:v>
                </c:pt>
                <c:pt idx="415">
                  <c:v>9/18/2015</c:v>
                </c:pt>
                <c:pt idx="416">
                  <c:v>9/21/2015</c:v>
                </c:pt>
                <c:pt idx="417">
                  <c:v>9/22/2015</c:v>
                </c:pt>
                <c:pt idx="418">
                  <c:v>9/23/2015</c:v>
                </c:pt>
                <c:pt idx="419">
                  <c:v>9/24/2015</c:v>
                </c:pt>
                <c:pt idx="420">
                  <c:v>9/25/2015</c:v>
                </c:pt>
                <c:pt idx="421">
                  <c:v>9/28/2015</c:v>
                </c:pt>
                <c:pt idx="422">
                  <c:v>9/29/2015</c:v>
                </c:pt>
                <c:pt idx="423">
                  <c:v>9/30/2015</c:v>
                </c:pt>
                <c:pt idx="424">
                  <c:v>10/8/2015</c:v>
                </c:pt>
                <c:pt idx="425">
                  <c:v>10/9/2015</c:v>
                </c:pt>
                <c:pt idx="426">
                  <c:v>10/12/2015</c:v>
                </c:pt>
                <c:pt idx="427">
                  <c:v>10/13/2015</c:v>
                </c:pt>
                <c:pt idx="428">
                  <c:v>10/14/2015</c:v>
                </c:pt>
                <c:pt idx="429">
                  <c:v>10/15/2015</c:v>
                </c:pt>
                <c:pt idx="430">
                  <c:v>10/16/2015</c:v>
                </c:pt>
                <c:pt idx="431">
                  <c:v>10/19/2015</c:v>
                </c:pt>
                <c:pt idx="432">
                  <c:v>10/20/2015</c:v>
                </c:pt>
                <c:pt idx="433">
                  <c:v>10/21/2015</c:v>
                </c:pt>
                <c:pt idx="434">
                  <c:v>10/22/2015</c:v>
                </c:pt>
                <c:pt idx="435">
                  <c:v>10/23/2015</c:v>
                </c:pt>
                <c:pt idx="436">
                  <c:v>10/26/2015</c:v>
                </c:pt>
                <c:pt idx="437">
                  <c:v>10/27/2015</c:v>
                </c:pt>
                <c:pt idx="438">
                  <c:v>10/28/2015</c:v>
                </c:pt>
                <c:pt idx="439">
                  <c:v>10/29/2015</c:v>
                </c:pt>
                <c:pt idx="440">
                  <c:v>10/30/2015</c:v>
                </c:pt>
                <c:pt idx="441">
                  <c:v>11/2/2015</c:v>
                </c:pt>
                <c:pt idx="442">
                  <c:v>11/3/2015</c:v>
                </c:pt>
                <c:pt idx="443">
                  <c:v>11/4/2015</c:v>
                </c:pt>
                <c:pt idx="444">
                  <c:v>11/5/2015</c:v>
                </c:pt>
                <c:pt idx="445">
                  <c:v>11/6/2015</c:v>
                </c:pt>
                <c:pt idx="446">
                  <c:v>11/9/2015</c:v>
                </c:pt>
                <c:pt idx="447">
                  <c:v>11/10/2015</c:v>
                </c:pt>
                <c:pt idx="448">
                  <c:v>11/11/2015</c:v>
                </c:pt>
                <c:pt idx="449">
                  <c:v>11/12/2015</c:v>
                </c:pt>
                <c:pt idx="450">
                  <c:v>11/13/2015</c:v>
                </c:pt>
                <c:pt idx="451">
                  <c:v>11/16/2015</c:v>
                </c:pt>
                <c:pt idx="452">
                  <c:v>11/17/2015</c:v>
                </c:pt>
                <c:pt idx="453">
                  <c:v>11/18/2015</c:v>
                </c:pt>
                <c:pt idx="454">
                  <c:v>11/19/2015</c:v>
                </c:pt>
                <c:pt idx="455">
                  <c:v>11/20/2015</c:v>
                </c:pt>
                <c:pt idx="456">
                  <c:v>11/23/2015</c:v>
                </c:pt>
                <c:pt idx="457">
                  <c:v>11/24/2015</c:v>
                </c:pt>
                <c:pt idx="458">
                  <c:v>11/25/2015</c:v>
                </c:pt>
                <c:pt idx="459">
                  <c:v>11/26/2015</c:v>
                </c:pt>
                <c:pt idx="460">
                  <c:v>11/27/2015</c:v>
                </c:pt>
                <c:pt idx="461">
                  <c:v>11/30/2015</c:v>
                </c:pt>
                <c:pt idx="462">
                  <c:v>12/1/2015</c:v>
                </c:pt>
                <c:pt idx="463">
                  <c:v>12/2/2015</c:v>
                </c:pt>
                <c:pt idx="464">
                  <c:v>12/3/2015</c:v>
                </c:pt>
                <c:pt idx="465">
                  <c:v>12/4/2015</c:v>
                </c:pt>
                <c:pt idx="466">
                  <c:v>12/7/2015</c:v>
                </c:pt>
                <c:pt idx="467">
                  <c:v>12/8/2015</c:v>
                </c:pt>
                <c:pt idx="468">
                  <c:v>12/9/2015</c:v>
                </c:pt>
                <c:pt idx="469">
                  <c:v>12/10/2015</c:v>
                </c:pt>
                <c:pt idx="470">
                  <c:v>12/11/2015</c:v>
                </c:pt>
                <c:pt idx="471">
                  <c:v>12/14/2015</c:v>
                </c:pt>
                <c:pt idx="472">
                  <c:v>12/15/2015</c:v>
                </c:pt>
                <c:pt idx="473">
                  <c:v>12/16/2015</c:v>
                </c:pt>
                <c:pt idx="474">
                  <c:v>12/17/2015</c:v>
                </c:pt>
                <c:pt idx="475">
                  <c:v>12/18/2015</c:v>
                </c:pt>
                <c:pt idx="476">
                  <c:v>12/21/2015</c:v>
                </c:pt>
                <c:pt idx="477">
                  <c:v>12/22/2015</c:v>
                </c:pt>
                <c:pt idx="478">
                  <c:v>12/23/2015</c:v>
                </c:pt>
                <c:pt idx="479">
                  <c:v>12/24/2015</c:v>
                </c:pt>
                <c:pt idx="480">
                  <c:v>12/25/2015</c:v>
                </c:pt>
                <c:pt idx="481">
                  <c:v>12/28/2015</c:v>
                </c:pt>
                <c:pt idx="482">
                  <c:v>12/29/2015</c:v>
                </c:pt>
                <c:pt idx="483">
                  <c:v>12/30/2015</c:v>
                </c:pt>
                <c:pt idx="484">
                  <c:v>12/31/2015</c:v>
                </c:pt>
                <c:pt idx="485">
                  <c:v>1/4/2016</c:v>
                </c:pt>
                <c:pt idx="486">
                  <c:v>1/5/2016</c:v>
                </c:pt>
                <c:pt idx="487">
                  <c:v>1/6/2016</c:v>
                </c:pt>
                <c:pt idx="488">
                  <c:v>1/7/2016</c:v>
                </c:pt>
                <c:pt idx="489">
                  <c:v>1/8/2016</c:v>
                </c:pt>
                <c:pt idx="490">
                  <c:v>1/11/2016</c:v>
                </c:pt>
                <c:pt idx="491">
                  <c:v>1/12/2016</c:v>
                </c:pt>
                <c:pt idx="492">
                  <c:v>1/13/2016</c:v>
                </c:pt>
                <c:pt idx="493">
                  <c:v>1/14/2016</c:v>
                </c:pt>
                <c:pt idx="494">
                  <c:v>1/15/2016</c:v>
                </c:pt>
                <c:pt idx="495">
                  <c:v>1/18/2016</c:v>
                </c:pt>
                <c:pt idx="496">
                  <c:v>1/19/2016</c:v>
                </c:pt>
                <c:pt idx="497">
                  <c:v>1/20/2016</c:v>
                </c:pt>
                <c:pt idx="498">
                  <c:v>1/21/2016</c:v>
                </c:pt>
                <c:pt idx="499">
                  <c:v>1/22/2016</c:v>
                </c:pt>
                <c:pt idx="500">
                  <c:v>1/25/2016</c:v>
                </c:pt>
                <c:pt idx="501">
                  <c:v>1/26/2016</c:v>
                </c:pt>
                <c:pt idx="502">
                  <c:v>1/27/2016</c:v>
                </c:pt>
                <c:pt idx="503">
                  <c:v>1/28/2016</c:v>
                </c:pt>
                <c:pt idx="504">
                  <c:v>1/29/2016</c:v>
                </c:pt>
                <c:pt idx="505">
                  <c:v>2/1/2016</c:v>
                </c:pt>
                <c:pt idx="506">
                  <c:v>2/2/2016</c:v>
                </c:pt>
                <c:pt idx="507">
                  <c:v>2/3/2016</c:v>
                </c:pt>
                <c:pt idx="508">
                  <c:v>2/4/2016</c:v>
                </c:pt>
                <c:pt idx="509">
                  <c:v>2/5/2016</c:v>
                </c:pt>
                <c:pt idx="510">
                  <c:v>2/15/2016</c:v>
                </c:pt>
                <c:pt idx="511">
                  <c:v>2/16/2016</c:v>
                </c:pt>
                <c:pt idx="512">
                  <c:v>2/17/2016</c:v>
                </c:pt>
                <c:pt idx="513">
                  <c:v>2/18/2016</c:v>
                </c:pt>
                <c:pt idx="514">
                  <c:v>2/19/2016</c:v>
                </c:pt>
                <c:pt idx="515">
                  <c:v>2/22/2016</c:v>
                </c:pt>
                <c:pt idx="516">
                  <c:v>2/23/2016</c:v>
                </c:pt>
                <c:pt idx="517">
                  <c:v>2/24/2016</c:v>
                </c:pt>
                <c:pt idx="518">
                  <c:v>2/25/2016</c:v>
                </c:pt>
                <c:pt idx="519">
                  <c:v>2/26/2016</c:v>
                </c:pt>
                <c:pt idx="520">
                  <c:v>2/29/2016</c:v>
                </c:pt>
                <c:pt idx="521">
                  <c:v>3/1/2016</c:v>
                </c:pt>
                <c:pt idx="522">
                  <c:v>3/2/2016</c:v>
                </c:pt>
                <c:pt idx="523">
                  <c:v>3/3/2016</c:v>
                </c:pt>
                <c:pt idx="524">
                  <c:v>3/4/2016</c:v>
                </c:pt>
                <c:pt idx="525">
                  <c:v>3/7/2016</c:v>
                </c:pt>
                <c:pt idx="526">
                  <c:v>3/8/2016</c:v>
                </c:pt>
                <c:pt idx="527">
                  <c:v>3/9/2016</c:v>
                </c:pt>
                <c:pt idx="528">
                  <c:v>3/10/2016</c:v>
                </c:pt>
                <c:pt idx="529">
                  <c:v>3/11/2016</c:v>
                </c:pt>
                <c:pt idx="530">
                  <c:v>3/14/2016</c:v>
                </c:pt>
                <c:pt idx="531">
                  <c:v>3/15/2016</c:v>
                </c:pt>
                <c:pt idx="532">
                  <c:v>3/16/2016</c:v>
                </c:pt>
                <c:pt idx="533">
                  <c:v>3/17/2016</c:v>
                </c:pt>
                <c:pt idx="534">
                  <c:v>3/18/2016</c:v>
                </c:pt>
                <c:pt idx="535">
                  <c:v>3/21/2016</c:v>
                </c:pt>
                <c:pt idx="536">
                  <c:v>3/22/2016</c:v>
                </c:pt>
                <c:pt idx="537">
                  <c:v>3/23/2016</c:v>
                </c:pt>
                <c:pt idx="538">
                  <c:v>3/24/2016</c:v>
                </c:pt>
                <c:pt idx="539">
                  <c:v>3/25/2016</c:v>
                </c:pt>
                <c:pt idx="540">
                  <c:v>3/28/2016</c:v>
                </c:pt>
                <c:pt idx="541">
                  <c:v>3/29/2016</c:v>
                </c:pt>
                <c:pt idx="542">
                  <c:v>3/30/2016</c:v>
                </c:pt>
                <c:pt idx="543">
                  <c:v>3/31/2016</c:v>
                </c:pt>
                <c:pt idx="544">
                  <c:v>4/1/2016</c:v>
                </c:pt>
                <c:pt idx="545">
                  <c:v>4/5/2016</c:v>
                </c:pt>
                <c:pt idx="546">
                  <c:v>4/6/2016</c:v>
                </c:pt>
                <c:pt idx="547">
                  <c:v>4/7/2016</c:v>
                </c:pt>
                <c:pt idx="548">
                  <c:v>4/8/2016</c:v>
                </c:pt>
                <c:pt idx="549">
                  <c:v>4/11/2016</c:v>
                </c:pt>
                <c:pt idx="550">
                  <c:v>4/12/2016</c:v>
                </c:pt>
                <c:pt idx="551">
                  <c:v>4/13/2016</c:v>
                </c:pt>
                <c:pt idx="552">
                  <c:v>4/14/2016</c:v>
                </c:pt>
                <c:pt idx="553">
                  <c:v>4/15/2016</c:v>
                </c:pt>
                <c:pt idx="554">
                  <c:v>4/18/2016</c:v>
                </c:pt>
                <c:pt idx="555">
                  <c:v>4/19/2016</c:v>
                </c:pt>
                <c:pt idx="556">
                  <c:v>4/20/2016</c:v>
                </c:pt>
                <c:pt idx="557">
                  <c:v>4/21/2016</c:v>
                </c:pt>
                <c:pt idx="558">
                  <c:v>4/22/2016</c:v>
                </c:pt>
                <c:pt idx="559">
                  <c:v>4/25/2016</c:v>
                </c:pt>
                <c:pt idx="560">
                  <c:v>4/26/2016</c:v>
                </c:pt>
                <c:pt idx="561">
                  <c:v>4/27/2016</c:v>
                </c:pt>
                <c:pt idx="562">
                  <c:v>4/28/2016</c:v>
                </c:pt>
                <c:pt idx="563">
                  <c:v>4/29/2016</c:v>
                </c:pt>
                <c:pt idx="564">
                  <c:v>5/3/2016</c:v>
                </c:pt>
                <c:pt idx="565">
                  <c:v>5/4/2016</c:v>
                </c:pt>
                <c:pt idx="566">
                  <c:v>5/5/2016</c:v>
                </c:pt>
                <c:pt idx="567">
                  <c:v>5/6/2016</c:v>
                </c:pt>
                <c:pt idx="568">
                  <c:v>5/9/2016</c:v>
                </c:pt>
                <c:pt idx="569">
                  <c:v>5/10/2016</c:v>
                </c:pt>
                <c:pt idx="570">
                  <c:v>5/11/2016</c:v>
                </c:pt>
                <c:pt idx="571">
                  <c:v>5/12/2016</c:v>
                </c:pt>
                <c:pt idx="572">
                  <c:v>5/13/2016</c:v>
                </c:pt>
                <c:pt idx="573">
                  <c:v>5/16/2016</c:v>
                </c:pt>
                <c:pt idx="574">
                  <c:v>5/17/2016</c:v>
                </c:pt>
                <c:pt idx="575">
                  <c:v>5/18/2016</c:v>
                </c:pt>
                <c:pt idx="576">
                  <c:v>5/19/2016</c:v>
                </c:pt>
                <c:pt idx="577">
                  <c:v>5/20/2016</c:v>
                </c:pt>
                <c:pt idx="578">
                  <c:v>5/23/2016</c:v>
                </c:pt>
                <c:pt idx="579">
                  <c:v>5/24/2016</c:v>
                </c:pt>
                <c:pt idx="580">
                  <c:v>5/25/2016</c:v>
                </c:pt>
                <c:pt idx="581">
                  <c:v>5/26/2016</c:v>
                </c:pt>
                <c:pt idx="582">
                  <c:v>5/27/2016</c:v>
                </c:pt>
                <c:pt idx="583">
                  <c:v>5/30/2016</c:v>
                </c:pt>
                <c:pt idx="584">
                  <c:v>5/31/2016</c:v>
                </c:pt>
                <c:pt idx="585">
                  <c:v>6/1/2016</c:v>
                </c:pt>
                <c:pt idx="586">
                  <c:v>6/2/2016</c:v>
                </c:pt>
                <c:pt idx="587">
                  <c:v>6/3/2016</c:v>
                </c:pt>
                <c:pt idx="588">
                  <c:v>6/6/2016</c:v>
                </c:pt>
                <c:pt idx="589">
                  <c:v>6/7/2016</c:v>
                </c:pt>
                <c:pt idx="590">
                  <c:v>6/8/2016</c:v>
                </c:pt>
                <c:pt idx="591">
                  <c:v>6/13/2016</c:v>
                </c:pt>
                <c:pt idx="592">
                  <c:v>6/14/2016</c:v>
                </c:pt>
                <c:pt idx="593">
                  <c:v>6/15/2016</c:v>
                </c:pt>
                <c:pt idx="594">
                  <c:v>6/16/2016</c:v>
                </c:pt>
                <c:pt idx="595">
                  <c:v>6/17/2016</c:v>
                </c:pt>
                <c:pt idx="596">
                  <c:v>6/20/2016</c:v>
                </c:pt>
                <c:pt idx="597">
                  <c:v>6/21/2016</c:v>
                </c:pt>
                <c:pt idx="598">
                  <c:v>6/22/2016</c:v>
                </c:pt>
                <c:pt idx="599">
                  <c:v>6/23/2016</c:v>
                </c:pt>
                <c:pt idx="600">
                  <c:v>6/24/2016</c:v>
                </c:pt>
                <c:pt idx="601">
                  <c:v>6/27/2016</c:v>
                </c:pt>
                <c:pt idx="602">
                  <c:v>6/28/2016</c:v>
                </c:pt>
                <c:pt idx="603">
                  <c:v>6/29/2016</c:v>
                </c:pt>
                <c:pt idx="604">
                  <c:v>6/30/2016</c:v>
                </c:pt>
                <c:pt idx="605">
                  <c:v>7/1/2016</c:v>
                </c:pt>
                <c:pt idx="606">
                  <c:v>7/4/2016</c:v>
                </c:pt>
                <c:pt idx="607">
                  <c:v>7/5/2016</c:v>
                </c:pt>
                <c:pt idx="608">
                  <c:v>7/6/2016</c:v>
                </c:pt>
                <c:pt idx="609">
                  <c:v>7/7/2016</c:v>
                </c:pt>
                <c:pt idx="610">
                  <c:v>7/8/2016</c:v>
                </c:pt>
                <c:pt idx="611">
                  <c:v>7/11/2016</c:v>
                </c:pt>
                <c:pt idx="612">
                  <c:v>7/12/2016</c:v>
                </c:pt>
                <c:pt idx="613">
                  <c:v>7/13/2016</c:v>
                </c:pt>
                <c:pt idx="614">
                  <c:v>7/14/2016</c:v>
                </c:pt>
                <c:pt idx="615">
                  <c:v>7/15/2016</c:v>
                </c:pt>
                <c:pt idx="616">
                  <c:v>7/18/2016</c:v>
                </c:pt>
                <c:pt idx="617">
                  <c:v>7/19/2016</c:v>
                </c:pt>
                <c:pt idx="618">
                  <c:v>7/20/2016</c:v>
                </c:pt>
                <c:pt idx="619">
                  <c:v>7/21/2016</c:v>
                </c:pt>
                <c:pt idx="620">
                  <c:v>7/22/2016</c:v>
                </c:pt>
                <c:pt idx="621">
                  <c:v>7/25/2016</c:v>
                </c:pt>
                <c:pt idx="622">
                  <c:v>7/26/2016</c:v>
                </c:pt>
                <c:pt idx="623">
                  <c:v>7/27/2016</c:v>
                </c:pt>
                <c:pt idx="624">
                  <c:v>7/28/2016</c:v>
                </c:pt>
                <c:pt idx="625">
                  <c:v>7/29/2016</c:v>
                </c:pt>
                <c:pt idx="626">
                  <c:v>8/1/2016</c:v>
                </c:pt>
                <c:pt idx="627">
                  <c:v>8/2/2016</c:v>
                </c:pt>
                <c:pt idx="628">
                  <c:v>8/3/2016</c:v>
                </c:pt>
                <c:pt idx="629">
                  <c:v>8/4/2016</c:v>
                </c:pt>
                <c:pt idx="630">
                  <c:v>8/5/2016</c:v>
                </c:pt>
                <c:pt idx="631">
                  <c:v>8/8/2016</c:v>
                </c:pt>
                <c:pt idx="632">
                  <c:v>8/9/2016</c:v>
                </c:pt>
                <c:pt idx="633">
                  <c:v>8/10/2016</c:v>
                </c:pt>
                <c:pt idx="634">
                  <c:v>8/11/2016</c:v>
                </c:pt>
                <c:pt idx="635">
                  <c:v>8/12/2016</c:v>
                </c:pt>
                <c:pt idx="636">
                  <c:v>8/15/2016</c:v>
                </c:pt>
                <c:pt idx="637">
                  <c:v>8/16/2016</c:v>
                </c:pt>
                <c:pt idx="638">
                  <c:v>8/17/2016</c:v>
                </c:pt>
                <c:pt idx="639">
                  <c:v>8/18/2016</c:v>
                </c:pt>
                <c:pt idx="640">
                  <c:v>8/19/2016</c:v>
                </c:pt>
                <c:pt idx="641">
                  <c:v>8/22/2016</c:v>
                </c:pt>
                <c:pt idx="642">
                  <c:v>8/23/2016</c:v>
                </c:pt>
                <c:pt idx="643">
                  <c:v>8/24/2016</c:v>
                </c:pt>
                <c:pt idx="644">
                  <c:v>8/25/2016</c:v>
                </c:pt>
                <c:pt idx="645">
                  <c:v>8/26/2016</c:v>
                </c:pt>
                <c:pt idx="646">
                  <c:v>8/29/2016</c:v>
                </c:pt>
                <c:pt idx="647">
                  <c:v>8/30/2016</c:v>
                </c:pt>
                <c:pt idx="648">
                  <c:v>8/31/2016</c:v>
                </c:pt>
                <c:pt idx="649">
                  <c:v>9/1/2016</c:v>
                </c:pt>
                <c:pt idx="650">
                  <c:v>9/2/2016</c:v>
                </c:pt>
                <c:pt idx="651">
                  <c:v>9/5/2016</c:v>
                </c:pt>
                <c:pt idx="652">
                  <c:v>9/6/2016</c:v>
                </c:pt>
                <c:pt idx="653">
                  <c:v>9/7/2016</c:v>
                </c:pt>
                <c:pt idx="654">
                  <c:v>9/8/2016</c:v>
                </c:pt>
                <c:pt idx="655">
                  <c:v>9/9/2016</c:v>
                </c:pt>
                <c:pt idx="656">
                  <c:v>9/12/2016</c:v>
                </c:pt>
                <c:pt idx="657">
                  <c:v>9/13/2016</c:v>
                </c:pt>
                <c:pt idx="658">
                  <c:v>9/14/2016</c:v>
                </c:pt>
                <c:pt idx="659">
                  <c:v>9/19/2016</c:v>
                </c:pt>
                <c:pt idx="660">
                  <c:v>9/20/2016</c:v>
                </c:pt>
                <c:pt idx="661">
                  <c:v>9/21/2016</c:v>
                </c:pt>
                <c:pt idx="662">
                  <c:v>9/22/2016</c:v>
                </c:pt>
                <c:pt idx="663">
                  <c:v>9/23/2016</c:v>
                </c:pt>
                <c:pt idx="664">
                  <c:v>9/26/2016</c:v>
                </c:pt>
                <c:pt idx="665">
                  <c:v>9/27/2016</c:v>
                </c:pt>
                <c:pt idx="666">
                  <c:v>9/28/2016</c:v>
                </c:pt>
                <c:pt idx="667">
                  <c:v>9/29/2016</c:v>
                </c:pt>
                <c:pt idx="668">
                  <c:v>9/30/2016</c:v>
                </c:pt>
                <c:pt idx="669">
                  <c:v>10/10/2016</c:v>
                </c:pt>
                <c:pt idx="670">
                  <c:v>10/11/2016</c:v>
                </c:pt>
                <c:pt idx="671">
                  <c:v>10/12/2016</c:v>
                </c:pt>
                <c:pt idx="672">
                  <c:v>10/13/2016</c:v>
                </c:pt>
                <c:pt idx="673">
                  <c:v>10/14/2016</c:v>
                </c:pt>
                <c:pt idx="674">
                  <c:v>10/17/2016</c:v>
                </c:pt>
                <c:pt idx="675">
                  <c:v>10/18/2016</c:v>
                </c:pt>
                <c:pt idx="676">
                  <c:v>10/19/2016</c:v>
                </c:pt>
                <c:pt idx="677">
                  <c:v>10/20/2016</c:v>
                </c:pt>
                <c:pt idx="678">
                  <c:v>10/21/2016</c:v>
                </c:pt>
                <c:pt idx="679">
                  <c:v>10/24/2016</c:v>
                </c:pt>
                <c:pt idx="680">
                  <c:v>10/25/2016</c:v>
                </c:pt>
                <c:pt idx="681">
                  <c:v>10/26/2016</c:v>
                </c:pt>
                <c:pt idx="682">
                  <c:v>10/27/2016</c:v>
                </c:pt>
                <c:pt idx="683">
                  <c:v>10/28/2016</c:v>
                </c:pt>
                <c:pt idx="684">
                  <c:v>10/31/2016</c:v>
                </c:pt>
                <c:pt idx="685">
                  <c:v>11/1/2016</c:v>
                </c:pt>
                <c:pt idx="686">
                  <c:v>11/2/2016</c:v>
                </c:pt>
                <c:pt idx="687">
                  <c:v>11/3/2016</c:v>
                </c:pt>
                <c:pt idx="688">
                  <c:v>11/4/2016</c:v>
                </c:pt>
                <c:pt idx="689">
                  <c:v>11/7/2016</c:v>
                </c:pt>
                <c:pt idx="690">
                  <c:v>11/8/2016</c:v>
                </c:pt>
                <c:pt idx="691">
                  <c:v>11/9/2016</c:v>
                </c:pt>
                <c:pt idx="692">
                  <c:v>11/10/2016</c:v>
                </c:pt>
                <c:pt idx="693">
                  <c:v>11/11/2016</c:v>
                </c:pt>
                <c:pt idx="694">
                  <c:v>11/14/2016</c:v>
                </c:pt>
                <c:pt idx="695">
                  <c:v>11/15/2016</c:v>
                </c:pt>
                <c:pt idx="696">
                  <c:v>11/16/2016</c:v>
                </c:pt>
                <c:pt idx="697">
                  <c:v>11/17/2016</c:v>
                </c:pt>
                <c:pt idx="698">
                  <c:v>11/18/2016</c:v>
                </c:pt>
                <c:pt idx="699">
                  <c:v>11/21/2016</c:v>
                </c:pt>
                <c:pt idx="700">
                  <c:v>11/22/2016</c:v>
                </c:pt>
                <c:pt idx="701">
                  <c:v>11/23/2016</c:v>
                </c:pt>
                <c:pt idx="702">
                  <c:v>11/24/2016</c:v>
                </c:pt>
                <c:pt idx="703">
                  <c:v>11/25/2016</c:v>
                </c:pt>
                <c:pt idx="704">
                  <c:v>11/28/2016</c:v>
                </c:pt>
                <c:pt idx="705">
                  <c:v>11/29/2016</c:v>
                </c:pt>
                <c:pt idx="706">
                  <c:v>11/30/2016</c:v>
                </c:pt>
                <c:pt idx="707">
                  <c:v>12/1/2016</c:v>
                </c:pt>
                <c:pt idx="708">
                  <c:v>12/2/2016</c:v>
                </c:pt>
                <c:pt idx="709">
                  <c:v>12/5/2016</c:v>
                </c:pt>
                <c:pt idx="710">
                  <c:v>12/6/2016</c:v>
                </c:pt>
                <c:pt idx="711">
                  <c:v>12/7/2016</c:v>
                </c:pt>
                <c:pt idx="712">
                  <c:v>12/8/2016</c:v>
                </c:pt>
                <c:pt idx="713">
                  <c:v>12/9/2016</c:v>
                </c:pt>
                <c:pt idx="714">
                  <c:v>12/12/2016</c:v>
                </c:pt>
                <c:pt idx="715">
                  <c:v>12/13/2016</c:v>
                </c:pt>
                <c:pt idx="716">
                  <c:v>12/14/2016</c:v>
                </c:pt>
                <c:pt idx="717">
                  <c:v>12/15/2016</c:v>
                </c:pt>
                <c:pt idx="718">
                  <c:v>12/16/2016</c:v>
                </c:pt>
                <c:pt idx="719">
                  <c:v>12/19/2016</c:v>
                </c:pt>
                <c:pt idx="720">
                  <c:v>12/20/2016</c:v>
                </c:pt>
                <c:pt idx="721">
                  <c:v>12/21/2016</c:v>
                </c:pt>
                <c:pt idx="722">
                  <c:v>12/22/2016</c:v>
                </c:pt>
                <c:pt idx="723">
                  <c:v>12/23/2016</c:v>
                </c:pt>
                <c:pt idx="724">
                  <c:v>12/26/2016</c:v>
                </c:pt>
                <c:pt idx="725">
                  <c:v>12/27/2016</c:v>
                </c:pt>
                <c:pt idx="726">
                  <c:v>12/28/2016</c:v>
                </c:pt>
                <c:pt idx="727">
                  <c:v>12/29/2016</c:v>
                </c:pt>
                <c:pt idx="728">
                  <c:v>12/30/2016</c:v>
                </c:pt>
                <c:pt idx="729">
                  <c:v>1/3/2017</c:v>
                </c:pt>
                <c:pt idx="730">
                  <c:v>1/4/2017</c:v>
                </c:pt>
                <c:pt idx="731">
                  <c:v>1/5/2017</c:v>
                </c:pt>
                <c:pt idx="732">
                  <c:v>1/6/2017</c:v>
                </c:pt>
                <c:pt idx="733">
                  <c:v>1/9/2017</c:v>
                </c:pt>
                <c:pt idx="734">
                  <c:v>1/10/2017</c:v>
                </c:pt>
                <c:pt idx="735">
                  <c:v>1/11/2017</c:v>
                </c:pt>
                <c:pt idx="736">
                  <c:v>1/12/2017</c:v>
                </c:pt>
                <c:pt idx="737">
                  <c:v>1/13/2017</c:v>
                </c:pt>
                <c:pt idx="738">
                  <c:v>1/16/2017</c:v>
                </c:pt>
                <c:pt idx="739">
                  <c:v>1/17/2017</c:v>
                </c:pt>
                <c:pt idx="740">
                  <c:v>1/18/2017</c:v>
                </c:pt>
                <c:pt idx="741">
                  <c:v>1/19/2017</c:v>
                </c:pt>
                <c:pt idx="742">
                  <c:v>1/20/2017</c:v>
                </c:pt>
                <c:pt idx="743">
                  <c:v>1/23/2017</c:v>
                </c:pt>
                <c:pt idx="744">
                  <c:v>1/24/2017</c:v>
                </c:pt>
                <c:pt idx="745">
                  <c:v>1/25/2017</c:v>
                </c:pt>
                <c:pt idx="746">
                  <c:v>1/26/2017</c:v>
                </c:pt>
                <c:pt idx="747">
                  <c:v>2/3/2017</c:v>
                </c:pt>
                <c:pt idx="748">
                  <c:v>2/6/2017</c:v>
                </c:pt>
                <c:pt idx="749">
                  <c:v>2/7/2017</c:v>
                </c:pt>
                <c:pt idx="750">
                  <c:v>2/8/2017</c:v>
                </c:pt>
                <c:pt idx="751">
                  <c:v>2/9/2017</c:v>
                </c:pt>
                <c:pt idx="752">
                  <c:v>2/10/2017</c:v>
                </c:pt>
                <c:pt idx="753">
                  <c:v>2/13/2017</c:v>
                </c:pt>
                <c:pt idx="754">
                  <c:v>2/14/2017</c:v>
                </c:pt>
                <c:pt idx="755">
                  <c:v>2/15/2017</c:v>
                </c:pt>
                <c:pt idx="756">
                  <c:v>2/16/2017</c:v>
                </c:pt>
                <c:pt idx="757">
                  <c:v>2/17/2017</c:v>
                </c:pt>
                <c:pt idx="758">
                  <c:v>2/20/2017</c:v>
                </c:pt>
                <c:pt idx="759">
                  <c:v>2/21/2017</c:v>
                </c:pt>
                <c:pt idx="760">
                  <c:v>2/22/2017</c:v>
                </c:pt>
                <c:pt idx="761">
                  <c:v>2/23/2017</c:v>
                </c:pt>
                <c:pt idx="762">
                  <c:v>2/24/2017</c:v>
                </c:pt>
                <c:pt idx="763">
                  <c:v>2/27/2017</c:v>
                </c:pt>
                <c:pt idx="764">
                  <c:v>2/28/2017</c:v>
                </c:pt>
                <c:pt idx="765">
                  <c:v>3/1/2017</c:v>
                </c:pt>
                <c:pt idx="766">
                  <c:v>3/2/2017</c:v>
                </c:pt>
                <c:pt idx="767">
                  <c:v>3/3/2017</c:v>
                </c:pt>
                <c:pt idx="768">
                  <c:v>3/6/2017</c:v>
                </c:pt>
                <c:pt idx="769">
                  <c:v>3/7/2017</c:v>
                </c:pt>
                <c:pt idx="770">
                  <c:v>3/8/2017</c:v>
                </c:pt>
                <c:pt idx="771">
                  <c:v>3/9/2017</c:v>
                </c:pt>
                <c:pt idx="772">
                  <c:v>3/10/2017</c:v>
                </c:pt>
                <c:pt idx="773">
                  <c:v>3/13/2017</c:v>
                </c:pt>
                <c:pt idx="774">
                  <c:v>3/14/2017</c:v>
                </c:pt>
                <c:pt idx="775">
                  <c:v>3/15/2017</c:v>
                </c:pt>
                <c:pt idx="776">
                  <c:v>3/16/2017</c:v>
                </c:pt>
                <c:pt idx="777">
                  <c:v>3/17/2017</c:v>
                </c:pt>
                <c:pt idx="778">
                  <c:v>3/20/2017</c:v>
                </c:pt>
                <c:pt idx="779">
                  <c:v>3/21/2017</c:v>
                </c:pt>
                <c:pt idx="780">
                  <c:v>3/22/2017</c:v>
                </c:pt>
                <c:pt idx="781">
                  <c:v>3/23/2017</c:v>
                </c:pt>
                <c:pt idx="782">
                  <c:v>3/24/2017</c:v>
                </c:pt>
                <c:pt idx="783">
                  <c:v>3/27/2017</c:v>
                </c:pt>
                <c:pt idx="784">
                  <c:v>3/28/2017</c:v>
                </c:pt>
                <c:pt idx="785">
                  <c:v>3/29/2017</c:v>
                </c:pt>
                <c:pt idx="786">
                  <c:v>3/30/2017</c:v>
                </c:pt>
                <c:pt idx="787">
                  <c:v>3/31/2017</c:v>
                </c:pt>
                <c:pt idx="788">
                  <c:v>4/5/2017</c:v>
                </c:pt>
                <c:pt idx="789">
                  <c:v>4/6/2017</c:v>
                </c:pt>
                <c:pt idx="790">
                  <c:v>4/7/2017</c:v>
                </c:pt>
                <c:pt idx="791">
                  <c:v>4/10/2017</c:v>
                </c:pt>
                <c:pt idx="792">
                  <c:v>4/11/2017</c:v>
                </c:pt>
                <c:pt idx="793">
                  <c:v>4/12/2017</c:v>
                </c:pt>
                <c:pt idx="794">
                  <c:v>4/13/2017</c:v>
                </c:pt>
                <c:pt idx="795">
                  <c:v>4/14/2017</c:v>
                </c:pt>
                <c:pt idx="796">
                  <c:v>4/17/2017</c:v>
                </c:pt>
                <c:pt idx="797">
                  <c:v>4/18/2017</c:v>
                </c:pt>
                <c:pt idx="798">
                  <c:v>4/19/2017</c:v>
                </c:pt>
                <c:pt idx="799">
                  <c:v>4/20/2017</c:v>
                </c:pt>
                <c:pt idx="800">
                  <c:v>4/21/2017</c:v>
                </c:pt>
                <c:pt idx="801">
                  <c:v>4/24/2017</c:v>
                </c:pt>
                <c:pt idx="802">
                  <c:v>4/25/2017</c:v>
                </c:pt>
                <c:pt idx="803">
                  <c:v>4/26/2017</c:v>
                </c:pt>
                <c:pt idx="804">
                  <c:v>4/27/2017</c:v>
                </c:pt>
                <c:pt idx="805">
                  <c:v>4/28/2017</c:v>
                </c:pt>
                <c:pt idx="806">
                  <c:v>5/2/2017</c:v>
                </c:pt>
                <c:pt idx="807">
                  <c:v>5/3/2017</c:v>
                </c:pt>
                <c:pt idx="808">
                  <c:v>5/4/2017</c:v>
                </c:pt>
                <c:pt idx="809">
                  <c:v>5/5/2017</c:v>
                </c:pt>
                <c:pt idx="810">
                  <c:v>5/8/2017</c:v>
                </c:pt>
                <c:pt idx="811">
                  <c:v>5/9/2017</c:v>
                </c:pt>
                <c:pt idx="812">
                  <c:v>5/10/2017</c:v>
                </c:pt>
                <c:pt idx="813">
                  <c:v>5/11/2017</c:v>
                </c:pt>
                <c:pt idx="814">
                  <c:v>5/12/2017</c:v>
                </c:pt>
                <c:pt idx="815">
                  <c:v>5/15/2017</c:v>
                </c:pt>
                <c:pt idx="816">
                  <c:v>5/16/2017</c:v>
                </c:pt>
                <c:pt idx="817">
                  <c:v>5/17/2017</c:v>
                </c:pt>
                <c:pt idx="818">
                  <c:v>5/18/2017</c:v>
                </c:pt>
                <c:pt idx="819">
                  <c:v>5/19/2017</c:v>
                </c:pt>
                <c:pt idx="820">
                  <c:v>5/22/2017</c:v>
                </c:pt>
                <c:pt idx="821">
                  <c:v>5/23/2017</c:v>
                </c:pt>
                <c:pt idx="822">
                  <c:v>5/24/2017</c:v>
                </c:pt>
                <c:pt idx="823">
                  <c:v>5/25/2017</c:v>
                </c:pt>
                <c:pt idx="824">
                  <c:v>5/26/2017</c:v>
                </c:pt>
                <c:pt idx="825">
                  <c:v>5/31/2017</c:v>
                </c:pt>
                <c:pt idx="826">
                  <c:v>6/1/2017</c:v>
                </c:pt>
                <c:pt idx="827">
                  <c:v>6/2/2017</c:v>
                </c:pt>
                <c:pt idx="828">
                  <c:v>6/5/2017</c:v>
                </c:pt>
                <c:pt idx="829">
                  <c:v>6/6/2017</c:v>
                </c:pt>
                <c:pt idx="830">
                  <c:v>6/7/2017</c:v>
                </c:pt>
                <c:pt idx="831">
                  <c:v>6/8/2017</c:v>
                </c:pt>
                <c:pt idx="832">
                  <c:v>6/9/2017</c:v>
                </c:pt>
                <c:pt idx="833">
                  <c:v>6/12/2017</c:v>
                </c:pt>
                <c:pt idx="834">
                  <c:v>6/13/2017</c:v>
                </c:pt>
                <c:pt idx="835">
                  <c:v>6/14/2017</c:v>
                </c:pt>
                <c:pt idx="836">
                  <c:v>6/15/2017</c:v>
                </c:pt>
                <c:pt idx="837">
                  <c:v>6/16/2017</c:v>
                </c:pt>
                <c:pt idx="838">
                  <c:v>6/19/2017</c:v>
                </c:pt>
                <c:pt idx="839">
                  <c:v>6/20/2017</c:v>
                </c:pt>
                <c:pt idx="840">
                  <c:v>6/21/2017</c:v>
                </c:pt>
                <c:pt idx="841">
                  <c:v>6/22/2017</c:v>
                </c:pt>
                <c:pt idx="842">
                  <c:v>6/23/2017</c:v>
                </c:pt>
                <c:pt idx="843">
                  <c:v>6/26/2017</c:v>
                </c:pt>
                <c:pt idx="844">
                  <c:v>6/27/2017</c:v>
                </c:pt>
                <c:pt idx="845">
                  <c:v>6/28/2017</c:v>
                </c:pt>
                <c:pt idx="846">
                  <c:v>6/29/2017</c:v>
                </c:pt>
                <c:pt idx="847">
                  <c:v>6/30/2017</c:v>
                </c:pt>
                <c:pt idx="848">
                  <c:v>7/3/2017</c:v>
                </c:pt>
                <c:pt idx="849">
                  <c:v>7/4/2017</c:v>
                </c:pt>
                <c:pt idx="850">
                  <c:v>7/5/2017</c:v>
                </c:pt>
                <c:pt idx="851">
                  <c:v>7/6/2017</c:v>
                </c:pt>
                <c:pt idx="852">
                  <c:v>7/7/2017</c:v>
                </c:pt>
                <c:pt idx="853">
                  <c:v>7/10/2017</c:v>
                </c:pt>
                <c:pt idx="854">
                  <c:v>7/11/2017</c:v>
                </c:pt>
                <c:pt idx="855">
                  <c:v>7/12/2017</c:v>
                </c:pt>
                <c:pt idx="856">
                  <c:v>7/13/2017</c:v>
                </c:pt>
                <c:pt idx="857">
                  <c:v>7/14/2017</c:v>
                </c:pt>
                <c:pt idx="858">
                  <c:v>7/17/2017</c:v>
                </c:pt>
                <c:pt idx="859">
                  <c:v>7/18/2017</c:v>
                </c:pt>
                <c:pt idx="860">
                  <c:v>7/19/2017</c:v>
                </c:pt>
                <c:pt idx="861">
                  <c:v>7/20/2017</c:v>
                </c:pt>
                <c:pt idx="862">
                  <c:v>7/21/2017</c:v>
                </c:pt>
                <c:pt idx="863">
                  <c:v>7/24/2017</c:v>
                </c:pt>
                <c:pt idx="864">
                  <c:v>7/25/2017</c:v>
                </c:pt>
                <c:pt idx="865">
                  <c:v>7/26/2017</c:v>
                </c:pt>
                <c:pt idx="866">
                  <c:v>7/27/2017</c:v>
                </c:pt>
                <c:pt idx="867">
                  <c:v>7/28/2017</c:v>
                </c:pt>
                <c:pt idx="868">
                  <c:v>7/31/2017</c:v>
                </c:pt>
                <c:pt idx="869">
                  <c:v>8/1/2017</c:v>
                </c:pt>
                <c:pt idx="870">
                  <c:v>8/2/2017</c:v>
                </c:pt>
                <c:pt idx="871">
                  <c:v>8/3/2017</c:v>
                </c:pt>
                <c:pt idx="872">
                  <c:v>8/4/2017</c:v>
                </c:pt>
                <c:pt idx="873">
                  <c:v>8/7/2017</c:v>
                </c:pt>
                <c:pt idx="874">
                  <c:v>8/8/2017</c:v>
                </c:pt>
                <c:pt idx="875">
                  <c:v>8/9/2017</c:v>
                </c:pt>
                <c:pt idx="876">
                  <c:v>8/10/2017</c:v>
                </c:pt>
                <c:pt idx="877">
                  <c:v>8/11/2017</c:v>
                </c:pt>
                <c:pt idx="878">
                  <c:v>8/14/2017</c:v>
                </c:pt>
                <c:pt idx="879">
                  <c:v>8/15/2017</c:v>
                </c:pt>
                <c:pt idx="880">
                  <c:v>8/16/2017</c:v>
                </c:pt>
                <c:pt idx="881">
                  <c:v>8/17/2017</c:v>
                </c:pt>
                <c:pt idx="882">
                  <c:v>8/18/2017</c:v>
                </c:pt>
                <c:pt idx="883">
                  <c:v>8/21/2017</c:v>
                </c:pt>
                <c:pt idx="884">
                  <c:v>8/22/2017</c:v>
                </c:pt>
                <c:pt idx="885">
                  <c:v>8/23/2017</c:v>
                </c:pt>
                <c:pt idx="886">
                  <c:v>8/24/2017</c:v>
                </c:pt>
                <c:pt idx="887">
                  <c:v>8/25/2017</c:v>
                </c:pt>
                <c:pt idx="888">
                  <c:v>8/28/2017</c:v>
                </c:pt>
                <c:pt idx="889">
                  <c:v>8/29/2017</c:v>
                </c:pt>
                <c:pt idx="890">
                  <c:v>8/30/2017</c:v>
                </c:pt>
                <c:pt idx="891">
                  <c:v>8/31/2017</c:v>
                </c:pt>
                <c:pt idx="892">
                  <c:v>9/1/2017</c:v>
                </c:pt>
                <c:pt idx="893">
                  <c:v>9/4/2017</c:v>
                </c:pt>
                <c:pt idx="894">
                  <c:v>9/5/2017</c:v>
                </c:pt>
                <c:pt idx="895">
                  <c:v>9/6/2017</c:v>
                </c:pt>
                <c:pt idx="896">
                  <c:v>9/7/2017</c:v>
                </c:pt>
                <c:pt idx="897">
                  <c:v>9/8/2017</c:v>
                </c:pt>
                <c:pt idx="898">
                  <c:v>9/11/2017</c:v>
                </c:pt>
                <c:pt idx="899">
                  <c:v>9/12/2017</c:v>
                </c:pt>
                <c:pt idx="900">
                  <c:v>9/13/2017</c:v>
                </c:pt>
                <c:pt idx="901">
                  <c:v>9/14/2017</c:v>
                </c:pt>
                <c:pt idx="902">
                  <c:v>9/15/2017</c:v>
                </c:pt>
                <c:pt idx="903">
                  <c:v>9/18/2017</c:v>
                </c:pt>
                <c:pt idx="904">
                  <c:v>9/19/2017</c:v>
                </c:pt>
                <c:pt idx="905">
                  <c:v>9/20/2017</c:v>
                </c:pt>
                <c:pt idx="906">
                  <c:v>9/21/2017</c:v>
                </c:pt>
                <c:pt idx="907">
                  <c:v>9/22/2017</c:v>
                </c:pt>
                <c:pt idx="908">
                  <c:v>9/25/2017</c:v>
                </c:pt>
                <c:pt idx="909">
                  <c:v>9/26/2017</c:v>
                </c:pt>
                <c:pt idx="910">
                  <c:v>9/27/2017</c:v>
                </c:pt>
                <c:pt idx="911">
                  <c:v>9/28/2017</c:v>
                </c:pt>
                <c:pt idx="912">
                  <c:v>9/29/2017</c:v>
                </c:pt>
                <c:pt idx="913">
                  <c:v>10/9/2017</c:v>
                </c:pt>
                <c:pt idx="914">
                  <c:v>10/10/2017</c:v>
                </c:pt>
                <c:pt idx="915">
                  <c:v>10/11/2017</c:v>
                </c:pt>
                <c:pt idx="916">
                  <c:v>10/12/2017</c:v>
                </c:pt>
                <c:pt idx="917">
                  <c:v>10/13/2017</c:v>
                </c:pt>
                <c:pt idx="918">
                  <c:v>10/16/2017</c:v>
                </c:pt>
                <c:pt idx="919">
                  <c:v>10/17/2017</c:v>
                </c:pt>
                <c:pt idx="920">
                  <c:v>10/18/2017</c:v>
                </c:pt>
                <c:pt idx="921">
                  <c:v>10/19/2017</c:v>
                </c:pt>
                <c:pt idx="922">
                  <c:v>10/20/2017</c:v>
                </c:pt>
                <c:pt idx="923">
                  <c:v>10/23/2017</c:v>
                </c:pt>
                <c:pt idx="924">
                  <c:v>10/24/2017</c:v>
                </c:pt>
                <c:pt idx="925">
                  <c:v>10/25/2017</c:v>
                </c:pt>
                <c:pt idx="926">
                  <c:v>10/26/2017</c:v>
                </c:pt>
                <c:pt idx="927">
                  <c:v>10/27/2017</c:v>
                </c:pt>
                <c:pt idx="928">
                  <c:v>10/30/2017</c:v>
                </c:pt>
                <c:pt idx="929">
                  <c:v>10/31/2017</c:v>
                </c:pt>
                <c:pt idx="930">
                  <c:v>11/1/2017</c:v>
                </c:pt>
                <c:pt idx="931">
                  <c:v>11/2/2017</c:v>
                </c:pt>
                <c:pt idx="932">
                  <c:v>11/3/2017</c:v>
                </c:pt>
                <c:pt idx="933">
                  <c:v>11/6/2017</c:v>
                </c:pt>
                <c:pt idx="934">
                  <c:v>11/7/2017</c:v>
                </c:pt>
                <c:pt idx="935">
                  <c:v>11/8/2017</c:v>
                </c:pt>
                <c:pt idx="936">
                  <c:v>11/9/2017</c:v>
                </c:pt>
                <c:pt idx="937">
                  <c:v>11/10/2017</c:v>
                </c:pt>
                <c:pt idx="938">
                  <c:v>11/13/2017</c:v>
                </c:pt>
                <c:pt idx="939">
                  <c:v>11/14/2017</c:v>
                </c:pt>
                <c:pt idx="940">
                  <c:v>11/15/2017</c:v>
                </c:pt>
                <c:pt idx="941">
                  <c:v>11/16/2017</c:v>
                </c:pt>
                <c:pt idx="942">
                  <c:v>11/17/2017</c:v>
                </c:pt>
                <c:pt idx="943">
                  <c:v>11/20/2017</c:v>
                </c:pt>
                <c:pt idx="944">
                  <c:v>11/21/2017</c:v>
                </c:pt>
                <c:pt idx="945">
                  <c:v>11/22/2017</c:v>
                </c:pt>
                <c:pt idx="946">
                  <c:v>11/23/2017</c:v>
                </c:pt>
                <c:pt idx="947">
                  <c:v>11/24/2017</c:v>
                </c:pt>
                <c:pt idx="948">
                  <c:v>11/27/2017</c:v>
                </c:pt>
                <c:pt idx="949">
                  <c:v>11/28/2017</c:v>
                </c:pt>
                <c:pt idx="950">
                  <c:v>11/29/2017</c:v>
                </c:pt>
                <c:pt idx="951">
                  <c:v>11/30/2017</c:v>
                </c:pt>
                <c:pt idx="952">
                  <c:v>12/1/2017</c:v>
                </c:pt>
                <c:pt idx="953">
                  <c:v>12/4/2017</c:v>
                </c:pt>
                <c:pt idx="954">
                  <c:v>12/5/2017</c:v>
                </c:pt>
                <c:pt idx="955">
                  <c:v>12/6/2017</c:v>
                </c:pt>
                <c:pt idx="956">
                  <c:v>12/7/2017</c:v>
                </c:pt>
                <c:pt idx="957">
                  <c:v>12/8/2017</c:v>
                </c:pt>
                <c:pt idx="958">
                  <c:v>12/11/2017</c:v>
                </c:pt>
                <c:pt idx="959">
                  <c:v>12/12/2017</c:v>
                </c:pt>
                <c:pt idx="960">
                  <c:v>12/13/2017</c:v>
                </c:pt>
                <c:pt idx="961">
                  <c:v>12/14/2017</c:v>
                </c:pt>
                <c:pt idx="962">
                  <c:v>12/15/2017</c:v>
                </c:pt>
                <c:pt idx="963">
                  <c:v>12/18/2017</c:v>
                </c:pt>
                <c:pt idx="964">
                  <c:v>12/19/2017</c:v>
                </c:pt>
                <c:pt idx="965">
                  <c:v>12/20/2017</c:v>
                </c:pt>
                <c:pt idx="966">
                  <c:v>12/21/2017</c:v>
                </c:pt>
                <c:pt idx="967">
                  <c:v>12/22/2017</c:v>
                </c:pt>
                <c:pt idx="968">
                  <c:v>12/25/2017</c:v>
                </c:pt>
                <c:pt idx="969">
                  <c:v>12/26/2017</c:v>
                </c:pt>
                <c:pt idx="970">
                  <c:v>12/27/2017</c:v>
                </c:pt>
                <c:pt idx="971">
                  <c:v>12/28/2017</c:v>
                </c:pt>
                <c:pt idx="972">
                  <c:v>12/29/2017</c:v>
                </c:pt>
              </c:strCache>
            </c:strRef>
          </c:cat>
          <c:val>
            <c:numRef>
              <c:f>data!$B$2:$B$974</c:f>
              <c:numCache>
                <c:formatCode>General</c:formatCode>
                <c:ptCount val="973"/>
                <c:pt idx="0">
                  <c:v>6.0506000000000002</c:v>
                </c:pt>
                <c:pt idx="1">
                  <c:v>6.0514999999999999</c:v>
                </c:pt>
                <c:pt idx="2">
                  <c:v>6.0526</c:v>
                </c:pt>
                <c:pt idx="3">
                  <c:v>6.0511999999999997</c:v>
                </c:pt>
                <c:pt idx="4">
                  <c:v>6.0511999999999997</c:v>
                </c:pt>
                <c:pt idx="5">
                  <c:v>6.0549999999999997</c:v>
                </c:pt>
                <c:pt idx="6">
                  <c:v>6.0521000000000003</c:v>
                </c:pt>
                <c:pt idx="7">
                  <c:v>6.0434000000000001</c:v>
                </c:pt>
                <c:pt idx="8">
                  <c:v>6.0411999999999999</c:v>
                </c:pt>
                <c:pt idx="9">
                  <c:v>6.0460000000000003</c:v>
                </c:pt>
                <c:pt idx="10">
                  <c:v>6.0556999999999999</c:v>
                </c:pt>
                <c:pt idx="11">
                  <c:v>6.0502000000000002</c:v>
                </c:pt>
                <c:pt idx="12">
                  <c:v>6.0526999999999997</c:v>
                </c:pt>
                <c:pt idx="13">
                  <c:v>6.0505000000000004</c:v>
                </c:pt>
                <c:pt idx="14">
                  <c:v>6.0513000000000003</c:v>
                </c:pt>
                <c:pt idx="15">
                  <c:v>6.0517000000000003</c:v>
                </c:pt>
                <c:pt idx="16">
                  <c:v>6.0488</c:v>
                </c:pt>
                <c:pt idx="17">
                  <c:v>6.048</c:v>
                </c:pt>
                <c:pt idx="18">
                  <c:v>6.0507999999999997</c:v>
                </c:pt>
                <c:pt idx="19">
                  <c:v>6.0552999999999999</c:v>
                </c:pt>
                <c:pt idx="20">
                  <c:v>6.06</c:v>
                </c:pt>
                <c:pt idx="21">
                  <c:v>6.0633999999999997</c:v>
                </c:pt>
                <c:pt idx="22">
                  <c:v>6.0593000000000004</c:v>
                </c:pt>
                <c:pt idx="23">
                  <c:v>6.0606</c:v>
                </c:pt>
                <c:pt idx="24">
                  <c:v>6.0624000000000002</c:v>
                </c:pt>
                <c:pt idx="25">
                  <c:v>6.0636000000000001</c:v>
                </c:pt>
                <c:pt idx="26">
                  <c:v>6.0667999999999997</c:v>
                </c:pt>
                <c:pt idx="27">
                  <c:v>6.0640999999999998</c:v>
                </c:pt>
                <c:pt idx="28">
                  <c:v>6.0673000000000004</c:v>
                </c:pt>
                <c:pt idx="29">
                  <c:v>6.0763999999999996</c:v>
                </c:pt>
                <c:pt idx="30">
                  <c:v>6.0834000000000001</c:v>
                </c:pt>
                <c:pt idx="31">
                  <c:v>6.0914000000000001</c:v>
                </c:pt>
                <c:pt idx="32">
                  <c:v>6.0983999999999998</c:v>
                </c:pt>
                <c:pt idx="33">
                  <c:v>6.1265999999999998</c:v>
                </c:pt>
                <c:pt idx="34">
                  <c:v>6.1247999999999996</c:v>
                </c:pt>
                <c:pt idx="35">
                  <c:v>6.1284000000000001</c:v>
                </c:pt>
                <c:pt idx="36">
                  <c:v>6.1449999999999996</c:v>
                </c:pt>
                <c:pt idx="37">
                  <c:v>6.1462000000000003</c:v>
                </c:pt>
                <c:pt idx="38">
                  <c:v>6.1429999999999998</c:v>
                </c:pt>
                <c:pt idx="39">
                  <c:v>6.1281999999999996</c:v>
                </c:pt>
                <c:pt idx="40">
                  <c:v>6.1185</c:v>
                </c:pt>
                <c:pt idx="41">
                  <c:v>6.1260000000000003</c:v>
                </c:pt>
                <c:pt idx="42">
                  <c:v>6.1384999999999996</c:v>
                </c:pt>
                <c:pt idx="43">
                  <c:v>6.1402000000000001</c:v>
                </c:pt>
                <c:pt idx="44">
                  <c:v>6.1449999999999996</c:v>
                </c:pt>
                <c:pt idx="45">
                  <c:v>6.1360999999999999</c:v>
                </c:pt>
                <c:pt idx="46">
                  <c:v>6.1501999999999999</c:v>
                </c:pt>
                <c:pt idx="47">
                  <c:v>6.1780999999999997</c:v>
                </c:pt>
                <c:pt idx="48">
                  <c:v>6.1920000000000002</c:v>
                </c:pt>
                <c:pt idx="49">
                  <c:v>6.1965000000000003</c:v>
                </c:pt>
                <c:pt idx="50">
                  <c:v>6.2275</c:v>
                </c:pt>
                <c:pt idx="51">
                  <c:v>6.2249999999999996</c:v>
                </c:pt>
                <c:pt idx="52">
                  <c:v>6.1887999999999996</c:v>
                </c:pt>
                <c:pt idx="53">
                  <c:v>6.2023999999999999</c:v>
                </c:pt>
                <c:pt idx="54">
                  <c:v>6.2093999999999996</c:v>
                </c:pt>
                <c:pt idx="55">
                  <c:v>6.2130000000000001</c:v>
                </c:pt>
                <c:pt idx="56">
                  <c:v>6.2122000000000002</c:v>
                </c:pt>
                <c:pt idx="57">
                  <c:v>6.218</c:v>
                </c:pt>
                <c:pt idx="58">
                  <c:v>6.2069000000000001</c:v>
                </c:pt>
                <c:pt idx="59">
                  <c:v>6.2055999999999996</c:v>
                </c:pt>
                <c:pt idx="60">
                  <c:v>6.2107000000000001</c:v>
                </c:pt>
                <c:pt idx="61">
                  <c:v>6.2122999999999999</c:v>
                </c:pt>
                <c:pt idx="62">
                  <c:v>6.1967999999999996</c:v>
                </c:pt>
                <c:pt idx="63">
                  <c:v>6.2004999999999999</c:v>
                </c:pt>
                <c:pt idx="64">
                  <c:v>6.2125000000000004</c:v>
                </c:pt>
                <c:pt idx="65">
                  <c:v>6.2112999999999996</c:v>
                </c:pt>
                <c:pt idx="66">
                  <c:v>6.2191000000000001</c:v>
                </c:pt>
                <c:pt idx="67">
                  <c:v>6.2220000000000004</c:v>
                </c:pt>
                <c:pt idx="68">
                  <c:v>6.2214</c:v>
                </c:pt>
                <c:pt idx="69">
                  <c:v>6.2190000000000003</c:v>
                </c:pt>
                <c:pt idx="70">
                  <c:v>6.2241999999999997</c:v>
                </c:pt>
                <c:pt idx="71">
                  <c:v>6.2274000000000003</c:v>
                </c:pt>
                <c:pt idx="72">
                  <c:v>6.2374999999999998</c:v>
                </c:pt>
                <c:pt idx="73">
                  <c:v>6.2375999999999996</c:v>
                </c:pt>
                <c:pt idx="74">
                  <c:v>6.2488999999999999</c:v>
                </c:pt>
                <c:pt idx="75">
                  <c:v>6.2535999999999996</c:v>
                </c:pt>
                <c:pt idx="76">
                  <c:v>6.2530000000000001</c:v>
                </c:pt>
                <c:pt idx="77">
                  <c:v>6.258</c:v>
                </c:pt>
                <c:pt idx="78">
                  <c:v>6.2592999999999996</c:v>
                </c:pt>
                <c:pt idx="79">
                  <c:v>6.2454999999999998</c:v>
                </c:pt>
                <c:pt idx="80">
                  <c:v>6.2256999999999998</c:v>
                </c:pt>
                <c:pt idx="81">
                  <c:v>6.2343000000000002</c:v>
                </c:pt>
                <c:pt idx="82">
                  <c:v>6.2279999999999998</c:v>
                </c:pt>
                <c:pt idx="83">
                  <c:v>6.2279999999999998</c:v>
                </c:pt>
                <c:pt idx="84">
                  <c:v>6.2374999999999998</c:v>
                </c:pt>
                <c:pt idx="85">
                  <c:v>6.2290999999999999</c:v>
                </c:pt>
                <c:pt idx="86">
                  <c:v>6.2289000000000003</c:v>
                </c:pt>
                <c:pt idx="87">
                  <c:v>6.2305999999999999</c:v>
                </c:pt>
                <c:pt idx="88">
                  <c:v>6.2333999999999996</c:v>
                </c:pt>
                <c:pt idx="89">
                  <c:v>6.2374000000000001</c:v>
                </c:pt>
                <c:pt idx="90">
                  <c:v>6.2384000000000004</c:v>
                </c:pt>
                <c:pt idx="91">
                  <c:v>6.2336999999999998</c:v>
                </c:pt>
                <c:pt idx="92">
                  <c:v>6.2350000000000003</c:v>
                </c:pt>
                <c:pt idx="93">
                  <c:v>6.2365000000000004</c:v>
                </c:pt>
                <c:pt idx="94">
                  <c:v>6.2392000000000003</c:v>
                </c:pt>
                <c:pt idx="95">
                  <c:v>6.2485999999999997</c:v>
                </c:pt>
                <c:pt idx="96">
                  <c:v>6.2556000000000003</c:v>
                </c:pt>
                <c:pt idx="97">
                  <c:v>6.2398999999999996</c:v>
                </c:pt>
                <c:pt idx="98">
                  <c:v>6.2473000000000001</c:v>
                </c:pt>
                <c:pt idx="99">
                  <c:v>6.2541000000000002</c:v>
                </c:pt>
                <c:pt idx="100">
                  <c:v>6.2504</c:v>
                </c:pt>
                <c:pt idx="101">
                  <c:v>6.2548000000000004</c:v>
                </c:pt>
                <c:pt idx="102">
                  <c:v>6.2502000000000004</c:v>
                </c:pt>
                <c:pt idx="103">
                  <c:v>6.2404000000000002</c:v>
                </c:pt>
                <c:pt idx="104">
                  <c:v>6.2249999999999996</c:v>
                </c:pt>
                <c:pt idx="105">
                  <c:v>6.2279</c:v>
                </c:pt>
                <c:pt idx="106">
                  <c:v>6.2184999999999997</c:v>
                </c:pt>
                <c:pt idx="107">
                  <c:v>6.2107000000000001</c:v>
                </c:pt>
                <c:pt idx="108">
                  <c:v>6.2249999999999996</c:v>
                </c:pt>
                <c:pt idx="109">
                  <c:v>6.2268999999999997</c:v>
                </c:pt>
                <c:pt idx="110">
                  <c:v>6.2313999999999998</c:v>
                </c:pt>
                <c:pt idx="111">
                  <c:v>6.2295999999999996</c:v>
                </c:pt>
                <c:pt idx="112">
                  <c:v>6.226</c:v>
                </c:pt>
                <c:pt idx="113">
                  <c:v>6.2266000000000004</c:v>
                </c:pt>
                <c:pt idx="114">
                  <c:v>6.2314999999999996</c:v>
                </c:pt>
                <c:pt idx="115">
                  <c:v>6.2343999999999999</c:v>
                </c:pt>
                <c:pt idx="116">
                  <c:v>6.2251000000000003</c:v>
                </c:pt>
                <c:pt idx="117">
                  <c:v>6.2180999999999997</c:v>
                </c:pt>
                <c:pt idx="118">
                  <c:v>6.2050000000000001</c:v>
                </c:pt>
                <c:pt idx="119">
                  <c:v>6.2016</c:v>
                </c:pt>
                <c:pt idx="120">
                  <c:v>6.2106000000000003</c:v>
                </c:pt>
                <c:pt idx="121">
                  <c:v>6.2129000000000003</c:v>
                </c:pt>
                <c:pt idx="122">
                  <c:v>6.2042999999999999</c:v>
                </c:pt>
                <c:pt idx="123">
                  <c:v>6.2039999999999997</c:v>
                </c:pt>
                <c:pt idx="124">
                  <c:v>6.2022000000000004</c:v>
                </c:pt>
                <c:pt idx="125">
                  <c:v>6.1999000000000004</c:v>
                </c:pt>
                <c:pt idx="126">
                  <c:v>6.2027999999999999</c:v>
                </c:pt>
                <c:pt idx="127">
                  <c:v>6.2037000000000004</c:v>
                </c:pt>
                <c:pt idx="128">
                  <c:v>6.2058999999999997</c:v>
                </c:pt>
                <c:pt idx="129">
                  <c:v>6.2080000000000002</c:v>
                </c:pt>
                <c:pt idx="130">
                  <c:v>6.2046999999999999</c:v>
                </c:pt>
                <c:pt idx="131">
                  <c:v>6.2045000000000003</c:v>
                </c:pt>
                <c:pt idx="132">
                  <c:v>6.2080000000000002</c:v>
                </c:pt>
                <c:pt idx="133">
                  <c:v>6.2088999999999999</c:v>
                </c:pt>
                <c:pt idx="134">
                  <c:v>6.2037000000000004</c:v>
                </c:pt>
                <c:pt idx="135">
                  <c:v>6.1982999999999997</c:v>
                </c:pt>
                <c:pt idx="136">
                  <c:v>6.1948999999999996</c:v>
                </c:pt>
                <c:pt idx="137">
                  <c:v>6.1914999999999996</c:v>
                </c:pt>
                <c:pt idx="138">
                  <c:v>6.1863000000000001</c:v>
                </c:pt>
                <c:pt idx="139">
                  <c:v>6.1814999999999998</c:v>
                </c:pt>
                <c:pt idx="140">
                  <c:v>6.1717000000000004</c:v>
                </c:pt>
                <c:pt idx="141">
                  <c:v>6.1746999999999996</c:v>
                </c:pt>
                <c:pt idx="142">
                  <c:v>6.1798000000000002</c:v>
                </c:pt>
                <c:pt idx="143">
                  <c:v>6.1784999999999997</c:v>
                </c:pt>
                <c:pt idx="144">
                  <c:v>6.1707999999999998</c:v>
                </c:pt>
                <c:pt idx="145">
                  <c:v>6.1632999999999996</c:v>
                </c:pt>
                <c:pt idx="146">
                  <c:v>6.1619000000000002</c:v>
                </c:pt>
                <c:pt idx="147">
                  <c:v>6.1566999999999998</c:v>
                </c:pt>
                <c:pt idx="148">
                  <c:v>6.1536</c:v>
                </c:pt>
                <c:pt idx="149">
                  <c:v>6.1582999999999997</c:v>
                </c:pt>
                <c:pt idx="150">
                  <c:v>6.1543999999999999</c:v>
                </c:pt>
                <c:pt idx="151">
                  <c:v>6.1531000000000002</c:v>
                </c:pt>
                <c:pt idx="152">
                  <c:v>6.1470000000000002</c:v>
                </c:pt>
                <c:pt idx="153">
                  <c:v>6.1436999999999999</c:v>
                </c:pt>
                <c:pt idx="154">
                  <c:v>6.1417999999999999</c:v>
                </c:pt>
                <c:pt idx="155">
                  <c:v>6.1413000000000002</c:v>
                </c:pt>
                <c:pt idx="156">
                  <c:v>6.1513999999999998</c:v>
                </c:pt>
                <c:pt idx="157">
                  <c:v>6.1528999999999998</c:v>
                </c:pt>
                <c:pt idx="158">
                  <c:v>6.1550000000000002</c:v>
                </c:pt>
                <c:pt idx="159">
                  <c:v>6.1523000000000003</c:v>
                </c:pt>
                <c:pt idx="160">
                  <c:v>6.1432000000000002</c:v>
                </c:pt>
                <c:pt idx="161">
                  <c:v>6.1445999999999996</c:v>
                </c:pt>
                <c:pt idx="162">
                  <c:v>6.1432000000000002</c:v>
                </c:pt>
                <c:pt idx="163">
                  <c:v>6.1428000000000003</c:v>
                </c:pt>
                <c:pt idx="164">
                  <c:v>6.1487999999999996</c:v>
                </c:pt>
                <c:pt idx="165">
                  <c:v>6.1410999999999998</c:v>
                </c:pt>
                <c:pt idx="166">
                  <c:v>6.1386000000000003</c:v>
                </c:pt>
                <c:pt idx="167">
                  <c:v>6.1412000000000004</c:v>
                </c:pt>
                <c:pt idx="168">
                  <c:v>6.1369999999999996</c:v>
                </c:pt>
                <c:pt idx="169">
                  <c:v>6.1299000000000001</c:v>
                </c:pt>
                <c:pt idx="170">
                  <c:v>6.13</c:v>
                </c:pt>
                <c:pt idx="171">
                  <c:v>6.1345999999999998</c:v>
                </c:pt>
                <c:pt idx="172">
                  <c:v>6.1420000000000003</c:v>
                </c:pt>
                <c:pt idx="173">
                  <c:v>6.1462000000000003</c:v>
                </c:pt>
                <c:pt idx="174">
                  <c:v>6.1401000000000003</c:v>
                </c:pt>
                <c:pt idx="175">
                  <c:v>6.1406000000000001</c:v>
                </c:pt>
                <c:pt idx="176">
                  <c:v>6.1405000000000003</c:v>
                </c:pt>
                <c:pt idx="177">
                  <c:v>6.1403999999999996</c:v>
                </c:pt>
                <c:pt idx="178">
                  <c:v>6.1378000000000004</c:v>
                </c:pt>
                <c:pt idx="179">
                  <c:v>6.1345999999999998</c:v>
                </c:pt>
                <c:pt idx="180">
                  <c:v>6.1363000000000003</c:v>
                </c:pt>
                <c:pt idx="181">
                  <c:v>6.1269999999999998</c:v>
                </c:pt>
                <c:pt idx="182">
                  <c:v>6.1501000000000001</c:v>
                </c:pt>
                <c:pt idx="183">
                  <c:v>6.1395</c:v>
                </c:pt>
                <c:pt idx="184">
                  <c:v>6.1390000000000002</c:v>
                </c:pt>
                <c:pt idx="185">
                  <c:v>6.1304999999999996</c:v>
                </c:pt>
                <c:pt idx="186">
                  <c:v>6.1308999999999996</c:v>
                </c:pt>
                <c:pt idx="187">
                  <c:v>6.1258999999999997</c:v>
                </c:pt>
                <c:pt idx="188">
                  <c:v>6.1246999999999998</c:v>
                </c:pt>
                <c:pt idx="189">
                  <c:v>6.1258999999999997</c:v>
                </c:pt>
                <c:pt idx="190">
                  <c:v>6.1231</c:v>
                </c:pt>
                <c:pt idx="191">
                  <c:v>6.1239999999999997</c:v>
                </c:pt>
                <c:pt idx="192">
                  <c:v>6.1228999999999996</c:v>
                </c:pt>
                <c:pt idx="193">
                  <c:v>6.1212</c:v>
                </c:pt>
                <c:pt idx="194">
                  <c:v>6.1185</c:v>
                </c:pt>
                <c:pt idx="195">
                  <c:v>6.1195000000000004</c:v>
                </c:pt>
                <c:pt idx="196">
                  <c:v>6.1172000000000004</c:v>
                </c:pt>
                <c:pt idx="197">
                  <c:v>6.1166999999999998</c:v>
                </c:pt>
                <c:pt idx="198">
                  <c:v>6.1132999999999997</c:v>
                </c:pt>
                <c:pt idx="199">
                  <c:v>6.1112000000000002</c:v>
                </c:pt>
                <c:pt idx="200">
                  <c:v>6.1158999999999999</c:v>
                </c:pt>
                <c:pt idx="201">
                  <c:v>6.1135000000000002</c:v>
                </c:pt>
                <c:pt idx="202">
                  <c:v>6.1182999999999996</c:v>
                </c:pt>
                <c:pt idx="203">
                  <c:v>6.1151999999999997</c:v>
                </c:pt>
                <c:pt idx="204">
                  <c:v>6.1146000000000003</c:v>
                </c:pt>
                <c:pt idx="205">
                  <c:v>6.1123000000000003</c:v>
                </c:pt>
                <c:pt idx="206">
                  <c:v>6.1228999999999996</c:v>
                </c:pt>
                <c:pt idx="207">
                  <c:v>6.1196000000000002</c:v>
                </c:pt>
                <c:pt idx="208">
                  <c:v>6.1252000000000004</c:v>
                </c:pt>
                <c:pt idx="209">
                  <c:v>6.1261999999999999</c:v>
                </c:pt>
                <c:pt idx="210">
                  <c:v>6.1247999999999996</c:v>
                </c:pt>
                <c:pt idx="211">
                  <c:v>6.1307</c:v>
                </c:pt>
                <c:pt idx="212">
                  <c:v>6.1241000000000003</c:v>
                </c:pt>
                <c:pt idx="213">
                  <c:v>6.1212999999999997</c:v>
                </c:pt>
                <c:pt idx="214">
                  <c:v>6.1197999999999997</c:v>
                </c:pt>
                <c:pt idx="215">
                  <c:v>6.1245000000000003</c:v>
                </c:pt>
                <c:pt idx="216">
                  <c:v>6.1249000000000002</c:v>
                </c:pt>
                <c:pt idx="217">
                  <c:v>6.1417000000000002</c:v>
                </c:pt>
                <c:pt idx="218">
                  <c:v>6.1364999999999998</c:v>
                </c:pt>
                <c:pt idx="219">
                  <c:v>6.1388999999999996</c:v>
                </c:pt>
                <c:pt idx="220">
                  <c:v>6.1391999999999998</c:v>
                </c:pt>
                <c:pt idx="221">
                  <c:v>6.1449999999999996</c:v>
                </c:pt>
                <c:pt idx="222">
                  <c:v>6.1520000000000001</c:v>
                </c:pt>
                <c:pt idx="223">
                  <c:v>6.1502999999999997</c:v>
                </c:pt>
                <c:pt idx="224">
                  <c:v>6.15</c:v>
                </c:pt>
                <c:pt idx="225">
                  <c:v>6.1546000000000003</c:v>
                </c:pt>
                <c:pt idx="226">
                  <c:v>6.1501999999999999</c:v>
                </c:pt>
                <c:pt idx="227">
                  <c:v>6.1768000000000001</c:v>
                </c:pt>
                <c:pt idx="228">
                  <c:v>6.1886000000000001</c:v>
                </c:pt>
                <c:pt idx="229">
                  <c:v>6.1868999999999996</c:v>
                </c:pt>
                <c:pt idx="230">
                  <c:v>6.1912000000000003</c:v>
                </c:pt>
                <c:pt idx="231">
                  <c:v>6.1974999999999998</c:v>
                </c:pt>
                <c:pt idx="232">
                  <c:v>6.2163000000000004</c:v>
                </c:pt>
                <c:pt idx="233">
                  <c:v>6.2202000000000002</c:v>
                </c:pt>
                <c:pt idx="234">
                  <c:v>6.2215999999999996</c:v>
                </c:pt>
                <c:pt idx="235">
                  <c:v>6.226</c:v>
                </c:pt>
                <c:pt idx="236">
                  <c:v>6.2163000000000004</c:v>
                </c:pt>
                <c:pt idx="237">
                  <c:v>6.1976000000000004</c:v>
                </c:pt>
                <c:pt idx="238">
                  <c:v>6.2129000000000003</c:v>
                </c:pt>
                <c:pt idx="239">
                  <c:v>6.2218</c:v>
                </c:pt>
                <c:pt idx="240">
                  <c:v>6.202</c:v>
                </c:pt>
                <c:pt idx="241">
                  <c:v>6.2039999999999997</c:v>
                </c:pt>
                <c:pt idx="242">
                  <c:v>6.22</c:v>
                </c:pt>
                <c:pt idx="243">
                  <c:v>6.2130000000000001</c:v>
                </c:pt>
                <c:pt idx="244">
                  <c:v>6.2125000000000004</c:v>
                </c:pt>
                <c:pt idx="245">
                  <c:v>6.2145000000000001</c:v>
                </c:pt>
                <c:pt idx="246">
                  <c:v>6.2085999999999997</c:v>
                </c:pt>
                <c:pt idx="247">
                  <c:v>6.2035999999999998</c:v>
                </c:pt>
                <c:pt idx="248">
                  <c:v>6.1982999999999997</c:v>
                </c:pt>
                <c:pt idx="249">
                  <c:v>6.1957000000000004</c:v>
                </c:pt>
                <c:pt idx="250">
                  <c:v>6.1881000000000004</c:v>
                </c:pt>
                <c:pt idx="251">
                  <c:v>6.2065999999999999</c:v>
                </c:pt>
                <c:pt idx="252">
                  <c:v>6.2202999999999999</c:v>
                </c:pt>
                <c:pt idx="253">
                  <c:v>6.2141999999999999</c:v>
                </c:pt>
                <c:pt idx="254">
                  <c:v>6.2115</c:v>
                </c:pt>
                <c:pt idx="255">
                  <c:v>6.2095000000000002</c:v>
                </c:pt>
                <c:pt idx="256">
                  <c:v>6.2287999999999997</c:v>
                </c:pt>
                <c:pt idx="257">
                  <c:v>6.2542</c:v>
                </c:pt>
                <c:pt idx="258">
                  <c:v>6.2435</c:v>
                </c:pt>
                <c:pt idx="259">
                  <c:v>6.2480000000000002</c:v>
                </c:pt>
                <c:pt idx="260">
                  <c:v>6.2469000000000001</c:v>
                </c:pt>
                <c:pt idx="261">
                  <c:v>6.2510000000000003</c:v>
                </c:pt>
                <c:pt idx="262">
                  <c:v>6.2596999999999996</c:v>
                </c:pt>
                <c:pt idx="263">
                  <c:v>6.2580999999999998</c:v>
                </c:pt>
                <c:pt idx="264">
                  <c:v>6.2477</c:v>
                </c:pt>
                <c:pt idx="265">
                  <c:v>6.2521000000000004</c:v>
                </c:pt>
                <c:pt idx="266">
                  <c:v>6.2446999999999999</c:v>
                </c:pt>
                <c:pt idx="267">
                  <c:v>6.2472000000000003</c:v>
                </c:pt>
                <c:pt idx="268">
                  <c:v>6.2416</c:v>
                </c:pt>
                <c:pt idx="269">
                  <c:v>6.2427000000000001</c:v>
                </c:pt>
                <c:pt idx="270">
                  <c:v>6.2454000000000001</c:v>
                </c:pt>
                <c:pt idx="271">
                  <c:v>6.2404999999999999</c:v>
                </c:pt>
                <c:pt idx="272">
                  <c:v>6.2484999999999999</c:v>
                </c:pt>
                <c:pt idx="273">
                  <c:v>6.2550999999999997</c:v>
                </c:pt>
                <c:pt idx="274">
                  <c:v>6.2598000000000003</c:v>
                </c:pt>
                <c:pt idx="275">
                  <c:v>6.2588999999999997</c:v>
                </c:pt>
                <c:pt idx="276">
                  <c:v>6.2695999999999996</c:v>
                </c:pt>
                <c:pt idx="277">
                  <c:v>6.2729999999999997</c:v>
                </c:pt>
                <c:pt idx="278">
                  <c:v>6.2743000000000002</c:v>
                </c:pt>
                <c:pt idx="279">
                  <c:v>6.2709000000000001</c:v>
                </c:pt>
                <c:pt idx="280">
                  <c:v>6.2662000000000004</c:v>
                </c:pt>
                <c:pt idx="281">
                  <c:v>6.2629000000000001</c:v>
                </c:pt>
                <c:pt idx="282">
                  <c:v>6.2644000000000002</c:v>
                </c:pt>
                <c:pt idx="283">
                  <c:v>6.2619999999999996</c:v>
                </c:pt>
                <c:pt idx="284">
                  <c:v>6.2622999999999998</c:v>
                </c:pt>
                <c:pt idx="285">
                  <c:v>6.2624000000000004</c:v>
                </c:pt>
                <c:pt idx="286">
                  <c:v>6.2595000000000001</c:v>
                </c:pt>
                <c:pt idx="287">
                  <c:v>6.2624000000000004</c:v>
                </c:pt>
                <c:pt idx="288">
                  <c:v>6.2499000000000002</c:v>
                </c:pt>
                <c:pt idx="289">
                  <c:v>6.2294</c:v>
                </c:pt>
                <c:pt idx="290">
                  <c:v>6.1961000000000004</c:v>
                </c:pt>
                <c:pt idx="291">
                  <c:v>6.2061999999999999</c:v>
                </c:pt>
                <c:pt idx="292">
                  <c:v>6.2160000000000002</c:v>
                </c:pt>
                <c:pt idx="293">
                  <c:v>6.2053000000000003</c:v>
                </c:pt>
                <c:pt idx="294">
                  <c:v>6.2125000000000004</c:v>
                </c:pt>
                <c:pt idx="295">
                  <c:v>6.2123999999999997</c:v>
                </c:pt>
                <c:pt idx="296">
                  <c:v>6.2167000000000003</c:v>
                </c:pt>
                <c:pt idx="297">
                  <c:v>6.2077</c:v>
                </c:pt>
                <c:pt idx="298">
                  <c:v>6.1996000000000002</c:v>
                </c:pt>
                <c:pt idx="299">
                  <c:v>6.1980000000000004</c:v>
                </c:pt>
                <c:pt idx="300">
                  <c:v>6.1970000000000001</c:v>
                </c:pt>
                <c:pt idx="301">
                  <c:v>6.1950000000000003</c:v>
                </c:pt>
                <c:pt idx="302">
                  <c:v>6.1982999999999997</c:v>
                </c:pt>
                <c:pt idx="303">
                  <c:v>6.2031999999999998</c:v>
                </c:pt>
                <c:pt idx="304">
                  <c:v>6.2060000000000004</c:v>
                </c:pt>
                <c:pt idx="305">
                  <c:v>6.2080000000000002</c:v>
                </c:pt>
                <c:pt idx="306">
                  <c:v>6.2167000000000003</c:v>
                </c:pt>
                <c:pt idx="307">
                  <c:v>6.2118000000000002</c:v>
                </c:pt>
                <c:pt idx="308">
                  <c:v>6.2051999999999996</c:v>
                </c:pt>
                <c:pt idx="309">
                  <c:v>6.1966999999999999</c:v>
                </c:pt>
                <c:pt idx="310">
                  <c:v>6.1978</c:v>
                </c:pt>
                <c:pt idx="311">
                  <c:v>6.2015000000000002</c:v>
                </c:pt>
                <c:pt idx="312">
                  <c:v>6.2016</c:v>
                </c:pt>
                <c:pt idx="313">
                  <c:v>6.1950000000000003</c:v>
                </c:pt>
                <c:pt idx="314">
                  <c:v>6.1980000000000004</c:v>
                </c:pt>
                <c:pt idx="315">
                  <c:v>6.1950000000000003</c:v>
                </c:pt>
                <c:pt idx="316">
                  <c:v>6.2206000000000001</c:v>
                </c:pt>
                <c:pt idx="317">
                  <c:v>6.2057000000000002</c:v>
                </c:pt>
                <c:pt idx="318">
                  <c:v>6.1997</c:v>
                </c:pt>
                <c:pt idx="319">
                  <c:v>6.2027999999999999</c:v>
                </c:pt>
                <c:pt idx="320">
                  <c:v>6.2089999999999996</c:v>
                </c:pt>
                <c:pt idx="321">
                  <c:v>6.2061999999999999</c:v>
                </c:pt>
                <c:pt idx="322">
                  <c:v>6.2007000000000003</c:v>
                </c:pt>
                <c:pt idx="323">
                  <c:v>6.2069000000000001</c:v>
                </c:pt>
                <c:pt idx="324">
                  <c:v>6.2093999999999996</c:v>
                </c:pt>
                <c:pt idx="325">
                  <c:v>6.2096</c:v>
                </c:pt>
                <c:pt idx="326">
                  <c:v>6.2092000000000001</c:v>
                </c:pt>
                <c:pt idx="327">
                  <c:v>6.2043999999999997</c:v>
                </c:pt>
                <c:pt idx="328">
                  <c:v>6.2012</c:v>
                </c:pt>
                <c:pt idx="329">
                  <c:v>6.2061000000000002</c:v>
                </c:pt>
                <c:pt idx="330">
                  <c:v>6.2042999999999999</c:v>
                </c:pt>
                <c:pt idx="331">
                  <c:v>6.2065999999999999</c:v>
                </c:pt>
                <c:pt idx="332">
                  <c:v>6.2038000000000002</c:v>
                </c:pt>
                <c:pt idx="333">
                  <c:v>6.1967999999999996</c:v>
                </c:pt>
                <c:pt idx="334">
                  <c:v>6.1976000000000004</c:v>
                </c:pt>
                <c:pt idx="335">
                  <c:v>6.202</c:v>
                </c:pt>
                <c:pt idx="336">
                  <c:v>6.2039999999999997</c:v>
                </c:pt>
                <c:pt idx="337">
                  <c:v>6.2013999999999996</c:v>
                </c:pt>
                <c:pt idx="338">
                  <c:v>6.2012</c:v>
                </c:pt>
                <c:pt idx="339">
                  <c:v>6.1985000000000001</c:v>
                </c:pt>
                <c:pt idx="340">
                  <c:v>6.1994999999999996</c:v>
                </c:pt>
                <c:pt idx="341">
                  <c:v>6.1984000000000004</c:v>
                </c:pt>
                <c:pt idx="342">
                  <c:v>6.1976000000000004</c:v>
                </c:pt>
                <c:pt idx="343">
                  <c:v>6.2009999999999996</c:v>
                </c:pt>
                <c:pt idx="344">
                  <c:v>6.2034000000000002</c:v>
                </c:pt>
                <c:pt idx="345">
                  <c:v>6.2055999999999996</c:v>
                </c:pt>
                <c:pt idx="346">
                  <c:v>6.2057000000000002</c:v>
                </c:pt>
                <c:pt idx="347">
                  <c:v>6.2061000000000002</c:v>
                </c:pt>
                <c:pt idx="348">
                  <c:v>6.2065000000000001</c:v>
                </c:pt>
                <c:pt idx="349">
                  <c:v>6.2081</c:v>
                </c:pt>
                <c:pt idx="350">
                  <c:v>6.2089999999999996</c:v>
                </c:pt>
                <c:pt idx="351">
                  <c:v>6.2084000000000001</c:v>
                </c:pt>
                <c:pt idx="352">
                  <c:v>6.2096</c:v>
                </c:pt>
                <c:pt idx="353">
                  <c:v>6.2074999999999996</c:v>
                </c:pt>
                <c:pt idx="354">
                  <c:v>6.2095000000000002</c:v>
                </c:pt>
                <c:pt idx="355">
                  <c:v>6.2070999999999996</c:v>
                </c:pt>
                <c:pt idx="356">
                  <c:v>6.2093999999999996</c:v>
                </c:pt>
                <c:pt idx="357">
                  <c:v>6.2089999999999996</c:v>
                </c:pt>
                <c:pt idx="358">
                  <c:v>6.2087000000000003</c:v>
                </c:pt>
                <c:pt idx="359">
                  <c:v>6.2009999999999996</c:v>
                </c:pt>
                <c:pt idx="360">
                  <c:v>6.2011000000000003</c:v>
                </c:pt>
                <c:pt idx="361">
                  <c:v>6.2049000000000003</c:v>
                </c:pt>
                <c:pt idx="362">
                  <c:v>6.2057000000000002</c:v>
                </c:pt>
                <c:pt idx="363">
                  <c:v>6.2092000000000001</c:v>
                </c:pt>
                <c:pt idx="364">
                  <c:v>6.21</c:v>
                </c:pt>
                <c:pt idx="365">
                  <c:v>6.2093999999999996</c:v>
                </c:pt>
                <c:pt idx="366">
                  <c:v>6.2088000000000001</c:v>
                </c:pt>
                <c:pt idx="367">
                  <c:v>6.2092000000000001</c:v>
                </c:pt>
                <c:pt idx="368">
                  <c:v>6.2084000000000001</c:v>
                </c:pt>
                <c:pt idx="369">
                  <c:v>6.2088999999999999</c:v>
                </c:pt>
                <c:pt idx="370">
                  <c:v>6.2092000000000001</c:v>
                </c:pt>
                <c:pt idx="371">
                  <c:v>6.2095000000000002</c:v>
                </c:pt>
                <c:pt idx="372">
                  <c:v>6.2095000000000002</c:v>
                </c:pt>
                <c:pt idx="373">
                  <c:v>6.2096999999999998</c:v>
                </c:pt>
                <c:pt idx="374">
                  <c:v>6.2096</c:v>
                </c:pt>
                <c:pt idx="375">
                  <c:v>6.2095000000000002</c:v>
                </c:pt>
                <c:pt idx="376">
                  <c:v>6.2095000000000002</c:v>
                </c:pt>
                <c:pt idx="377">
                  <c:v>6.2095000000000002</c:v>
                </c:pt>
                <c:pt idx="378">
                  <c:v>6.2095000000000002</c:v>
                </c:pt>
                <c:pt idx="379">
                  <c:v>6.2093999999999996</c:v>
                </c:pt>
                <c:pt idx="380">
                  <c:v>6.2091000000000003</c:v>
                </c:pt>
                <c:pt idx="381">
                  <c:v>6.2096</c:v>
                </c:pt>
                <c:pt idx="382">
                  <c:v>6.2096999999999998</c:v>
                </c:pt>
                <c:pt idx="383">
                  <c:v>6.2096999999999998</c:v>
                </c:pt>
                <c:pt idx="384">
                  <c:v>6.2096</c:v>
                </c:pt>
                <c:pt idx="385">
                  <c:v>6.2096</c:v>
                </c:pt>
                <c:pt idx="386">
                  <c:v>6.2096999999999998</c:v>
                </c:pt>
                <c:pt idx="387">
                  <c:v>6.2096999999999998</c:v>
                </c:pt>
                <c:pt idx="388">
                  <c:v>6.2096999999999998</c:v>
                </c:pt>
                <c:pt idx="389">
                  <c:v>6.3231000000000002</c:v>
                </c:pt>
                <c:pt idx="390">
                  <c:v>6.3869999999999996</c:v>
                </c:pt>
                <c:pt idx="391">
                  <c:v>6.399</c:v>
                </c:pt>
                <c:pt idx="392">
                  <c:v>6.3917999999999999</c:v>
                </c:pt>
                <c:pt idx="393">
                  <c:v>6.3947000000000003</c:v>
                </c:pt>
                <c:pt idx="394">
                  <c:v>6.3937999999999997</c:v>
                </c:pt>
                <c:pt idx="395">
                  <c:v>6.3955000000000002</c:v>
                </c:pt>
                <c:pt idx="396">
                  <c:v>6.3890000000000002</c:v>
                </c:pt>
                <c:pt idx="397">
                  <c:v>6.3887</c:v>
                </c:pt>
                <c:pt idx="398">
                  <c:v>6.4043999999999999</c:v>
                </c:pt>
                <c:pt idx="399">
                  <c:v>6.4123999999999999</c:v>
                </c:pt>
                <c:pt idx="400">
                  <c:v>6.4104999999999999</c:v>
                </c:pt>
                <c:pt idx="401">
                  <c:v>6.4053000000000004</c:v>
                </c:pt>
                <c:pt idx="402">
                  <c:v>6.3884999999999996</c:v>
                </c:pt>
                <c:pt idx="403">
                  <c:v>6.3762999999999996</c:v>
                </c:pt>
                <c:pt idx="404">
                  <c:v>6.3644999999999996</c:v>
                </c:pt>
                <c:pt idx="405">
                  <c:v>6.3559000000000001</c:v>
                </c:pt>
                <c:pt idx="406">
                  <c:v>6.3658999999999999</c:v>
                </c:pt>
                <c:pt idx="407">
                  <c:v>6.3672000000000004</c:v>
                </c:pt>
                <c:pt idx="408">
                  <c:v>6.3777999999999997</c:v>
                </c:pt>
                <c:pt idx="409">
                  <c:v>6.3772000000000002</c:v>
                </c:pt>
                <c:pt idx="410">
                  <c:v>6.375</c:v>
                </c:pt>
                <c:pt idx="411">
                  <c:v>6.3678999999999997</c:v>
                </c:pt>
                <c:pt idx="412">
                  <c:v>6.37</c:v>
                </c:pt>
                <c:pt idx="413">
                  <c:v>6.3708999999999998</c:v>
                </c:pt>
                <c:pt idx="414">
                  <c:v>6.3659999999999997</c:v>
                </c:pt>
                <c:pt idx="415">
                  <c:v>6.3643000000000001</c:v>
                </c:pt>
                <c:pt idx="416">
                  <c:v>6.3691000000000004</c:v>
                </c:pt>
                <c:pt idx="417">
                  <c:v>6.3760000000000003</c:v>
                </c:pt>
                <c:pt idx="418">
                  <c:v>6.3838999999999997</c:v>
                </c:pt>
                <c:pt idx="419">
                  <c:v>6.3827999999999996</c:v>
                </c:pt>
                <c:pt idx="420">
                  <c:v>6.3743999999999996</c:v>
                </c:pt>
                <c:pt idx="421">
                  <c:v>6.3689999999999998</c:v>
                </c:pt>
                <c:pt idx="422">
                  <c:v>6.3635999999999999</c:v>
                </c:pt>
                <c:pt idx="423">
                  <c:v>6.3571</c:v>
                </c:pt>
                <c:pt idx="424">
                  <c:v>6.3536999999999999</c:v>
                </c:pt>
                <c:pt idx="425">
                  <c:v>6.3452999999999999</c:v>
                </c:pt>
                <c:pt idx="426">
                  <c:v>6.3230000000000004</c:v>
                </c:pt>
                <c:pt idx="427">
                  <c:v>6.3429000000000002</c:v>
                </c:pt>
                <c:pt idx="428">
                  <c:v>6.3476999999999997</c:v>
                </c:pt>
                <c:pt idx="429">
                  <c:v>6.3460000000000001</c:v>
                </c:pt>
                <c:pt idx="430">
                  <c:v>6.3529</c:v>
                </c:pt>
                <c:pt idx="431">
                  <c:v>6.3601000000000001</c:v>
                </c:pt>
                <c:pt idx="432">
                  <c:v>6.3487999999999998</c:v>
                </c:pt>
                <c:pt idx="433">
                  <c:v>6.3482000000000003</c:v>
                </c:pt>
                <c:pt idx="434">
                  <c:v>6.3574000000000002</c:v>
                </c:pt>
                <c:pt idx="435">
                  <c:v>6.35</c:v>
                </c:pt>
                <c:pt idx="436">
                  <c:v>6.3529</c:v>
                </c:pt>
                <c:pt idx="437">
                  <c:v>6.3532000000000002</c:v>
                </c:pt>
                <c:pt idx="438">
                  <c:v>6.3592000000000004</c:v>
                </c:pt>
                <c:pt idx="439">
                  <c:v>6.3567</c:v>
                </c:pt>
                <c:pt idx="440">
                  <c:v>6.3174999999999999</c:v>
                </c:pt>
                <c:pt idx="441">
                  <c:v>6.3379000000000003</c:v>
                </c:pt>
                <c:pt idx="442">
                  <c:v>6.3365999999999998</c:v>
                </c:pt>
                <c:pt idx="443">
                  <c:v>6.3360000000000003</c:v>
                </c:pt>
                <c:pt idx="444">
                  <c:v>6.3465999999999996</c:v>
                </c:pt>
                <c:pt idx="445">
                  <c:v>6.3529999999999998</c:v>
                </c:pt>
                <c:pt idx="446">
                  <c:v>6.3621999999999996</c:v>
                </c:pt>
                <c:pt idx="447">
                  <c:v>6.3617999999999997</c:v>
                </c:pt>
                <c:pt idx="448">
                  <c:v>6.3665000000000003</c:v>
                </c:pt>
                <c:pt idx="449">
                  <c:v>6.3692000000000002</c:v>
                </c:pt>
                <c:pt idx="450">
                  <c:v>6.3739999999999997</c:v>
                </c:pt>
                <c:pt idx="451">
                  <c:v>6.3723999999999998</c:v>
                </c:pt>
                <c:pt idx="452">
                  <c:v>6.3785999999999996</c:v>
                </c:pt>
                <c:pt idx="453">
                  <c:v>6.3849</c:v>
                </c:pt>
                <c:pt idx="454">
                  <c:v>6.3840000000000003</c:v>
                </c:pt>
                <c:pt idx="455">
                  <c:v>6.3849999999999998</c:v>
                </c:pt>
                <c:pt idx="456">
                  <c:v>6.3895999999999997</c:v>
                </c:pt>
                <c:pt idx="457">
                  <c:v>6.3895</c:v>
                </c:pt>
                <c:pt idx="458">
                  <c:v>6.3891999999999998</c:v>
                </c:pt>
                <c:pt idx="459">
                  <c:v>6.3895999999999997</c:v>
                </c:pt>
                <c:pt idx="460">
                  <c:v>6.3952</c:v>
                </c:pt>
                <c:pt idx="461">
                  <c:v>6.3981000000000003</c:v>
                </c:pt>
                <c:pt idx="462">
                  <c:v>6.3986000000000001</c:v>
                </c:pt>
                <c:pt idx="463">
                  <c:v>6.3987999999999996</c:v>
                </c:pt>
                <c:pt idx="464">
                  <c:v>6.3971999999999998</c:v>
                </c:pt>
                <c:pt idx="465">
                  <c:v>6.4020000000000001</c:v>
                </c:pt>
                <c:pt idx="466">
                  <c:v>6.4081999999999999</c:v>
                </c:pt>
                <c:pt idx="467">
                  <c:v>6.4172000000000002</c:v>
                </c:pt>
                <c:pt idx="468">
                  <c:v>6.4279999999999999</c:v>
                </c:pt>
                <c:pt idx="469">
                  <c:v>6.4378000000000002</c:v>
                </c:pt>
                <c:pt idx="470">
                  <c:v>6.4553000000000003</c:v>
                </c:pt>
                <c:pt idx="471">
                  <c:v>6.4591000000000003</c:v>
                </c:pt>
                <c:pt idx="472">
                  <c:v>6.4610000000000003</c:v>
                </c:pt>
                <c:pt idx="473">
                  <c:v>6.4733000000000001</c:v>
                </c:pt>
                <c:pt idx="474">
                  <c:v>6.4836999999999998</c:v>
                </c:pt>
                <c:pt idx="475">
                  <c:v>6.4814999999999996</c:v>
                </c:pt>
                <c:pt idx="476">
                  <c:v>6.4808000000000003</c:v>
                </c:pt>
                <c:pt idx="477">
                  <c:v>6.4787999999999997</c:v>
                </c:pt>
                <c:pt idx="478">
                  <c:v>6.4778000000000002</c:v>
                </c:pt>
                <c:pt idx="479">
                  <c:v>6.4767999999999999</c:v>
                </c:pt>
                <c:pt idx="480">
                  <c:v>6.4763000000000002</c:v>
                </c:pt>
                <c:pt idx="481">
                  <c:v>6.4880000000000004</c:v>
                </c:pt>
                <c:pt idx="482">
                  <c:v>6.4851999999999999</c:v>
                </c:pt>
                <c:pt idx="483">
                  <c:v>6.4901999999999997</c:v>
                </c:pt>
                <c:pt idx="484">
                  <c:v>6.4935999999999998</c:v>
                </c:pt>
                <c:pt idx="485">
                  <c:v>6.5171999999999999</c:v>
                </c:pt>
                <c:pt idx="486">
                  <c:v>6.5198999999999998</c:v>
                </c:pt>
                <c:pt idx="487">
                  <c:v>6.5575000000000001</c:v>
                </c:pt>
                <c:pt idx="488">
                  <c:v>6.5938999999999997</c:v>
                </c:pt>
                <c:pt idx="489">
                  <c:v>6.5888</c:v>
                </c:pt>
                <c:pt idx="490">
                  <c:v>6.5822000000000003</c:v>
                </c:pt>
                <c:pt idx="491">
                  <c:v>6.5750000000000002</c:v>
                </c:pt>
                <c:pt idx="492">
                  <c:v>6.5750000000000002</c:v>
                </c:pt>
                <c:pt idx="493">
                  <c:v>6.5887000000000002</c:v>
                </c:pt>
                <c:pt idx="494">
                  <c:v>6.5872999999999999</c:v>
                </c:pt>
                <c:pt idx="495">
                  <c:v>6.5792999999999999</c:v>
                </c:pt>
                <c:pt idx="496">
                  <c:v>6.5781999999999998</c:v>
                </c:pt>
                <c:pt idx="497">
                  <c:v>6.5796000000000001</c:v>
                </c:pt>
                <c:pt idx="498">
                  <c:v>6.5792999999999999</c:v>
                </c:pt>
                <c:pt idx="499">
                  <c:v>6.5793999999999997</c:v>
                </c:pt>
                <c:pt idx="500">
                  <c:v>6.5793999999999997</c:v>
                </c:pt>
                <c:pt idx="501">
                  <c:v>6.5796999999999999</c:v>
                </c:pt>
                <c:pt idx="502">
                  <c:v>6.5780000000000003</c:v>
                </c:pt>
                <c:pt idx="503">
                  <c:v>6.5754999999999999</c:v>
                </c:pt>
                <c:pt idx="504">
                  <c:v>6.5789</c:v>
                </c:pt>
                <c:pt idx="505">
                  <c:v>6.5792000000000002</c:v>
                </c:pt>
                <c:pt idx="506">
                  <c:v>6.5796999999999999</c:v>
                </c:pt>
                <c:pt idx="507">
                  <c:v>6.5792999999999999</c:v>
                </c:pt>
                <c:pt idx="508">
                  <c:v>6.5777000000000001</c:v>
                </c:pt>
                <c:pt idx="509">
                  <c:v>6.5694999999999997</c:v>
                </c:pt>
                <c:pt idx="510">
                  <c:v>6.4943999999999997</c:v>
                </c:pt>
                <c:pt idx="511">
                  <c:v>6.5136000000000003</c:v>
                </c:pt>
                <c:pt idx="512">
                  <c:v>6.5259</c:v>
                </c:pt>
                <c:pt idx="513">
                  <c:v>6.5175999999999998</c:v>
                </c:pt>
                <c:pt idx="514">
                  <c:v>6.5204000000000004</c:v>
                </c:pt>
                <c:pt idx="515">
                  <c:v>6.5194999999999999</c:v>
                </c:pt>
                <c:pt idx="516">
                  <c:v>6.5263999999999998</c:v>
                </c:pt>
                <c:pt idx="517">
                  <c:v>6.5326000000000004</c:v>
                </c:pt>
                <c:pt idx="518">
                  <c:v>6.5339999999999998</c:v>
                </c:pt>
                <c:pt idx="519">
                  <c:v>6.5372000000000003</c:v>
                </c:pt>
                <c:pt idx="520">
                  <c:v>6.5472000000000001</c:v>
                </c:pt>
                <c:pt idx="521">
                  <c:v>6.5472000000000001</c:v>
                </c:pt>
                <c:pt idx="522">
                  <c:v>6.5514999999999999</c:v>
                </c:pt>
                <c:pt idx="523">
                  <c:v>6.5427999999999997</c:v>
                </c:pt>
                <c:pt idx="524">
                  <c:v>6.5217999999999998</c:v>
                </c:pt>
                <c:pt idx="525">
                  <c:v>6.5149999999999997</c:v>
                </c:pt>
                <c:pt idx="526">
                  <c:v>6.5054999999999996</c:v>
                </c:pt>
                <c:pt idx="527">
                  <c:v>6.5149999999999997</c:v>
                </c:pt>
                <c:pt idx="528">
                  <c:v>6.5159000000000002</c:v>
                </c:pt>
                <c:pt idx="529">
                  <c:v>6.4984999999999999</c:v>
                </c:pt>
                <c:pt idx="530">
                  <c:v>6.4950000000000001</c:v>
                </c:pt>
                <c:pt idx="531">
                  <c:v>6.5105000000000004</c:v>
                </c:pt>
                <c:pt idx="532">
                  <c:v>6.5209999999999999</c:v>
                </c:pt>
                <c:pt idx="533">
                  <c:v>6.4930000000000003</c:v>
                </c:pt>
                <c:pt idx="534">
                  <c:v>6.4726999999999997</c:v>
                </c:pt>
                <c:pt idx="535">
                  <c:v>6.4858000000000002</c:v>
                </c:pt>
                <c:pt idx="536">
                  <c:v>6.4926000000000004</c:v>
                </c:pt>
                <c:pt idx="537">
                  <c:v>6.4969000000000001</c:v>
                </c:pt>
                <c:pt idx="538">
                  <c:v>6.5125999999999999</c:v>
                </c:pt>
                <c:pt idx="539">
                  <c:v>6.5153999999999996</c:v>
                </c:pt>
                <c:pt idx="540">
                  <c:v>6.516</c:v>
                </c:pt>
                <c:pt idx="541">
                  <c:v>6.5114999999999998</c:v>
                </c:pt>
                <c:pt idx="542">
                  <c:v>6.4779999999999998</c:v>
                </c:pt>
                <c:pt idx="543">
                  <c:v>6.4676</c:v>
                </c:pt>
                <c:pt idx="544">
                  <c:v>6.4644000000000004</c:v>
                </c:pt>
                <c:pt idx="545">
                  <c:v>6.4732000000000003</c:v>
                </c:pt>
                <c:pt idx="546">
                  <c:v>6.4820000000000002</c:v>
                </c:pt>
                <c:pt idx="547">
                  <c:v>6.4729000000000001</c:v>
                </c:pt>
                <c:pt idx="548">
                  <c:v>6.4752999999999998</c:v>
                </c:pt>
                <c:pt idx="549">
                  <c:v>6.47</c:v>
                </c:pt>
                <c:pt idx="550">
                  <c:v>6.4592000000000001</c:v>
                </c:pt>
                <c:pt idx="551">
                  <c:v>6.4678000000000004</c:v>
                </c:pt>
                <c:pt idx="552">
                  <c:v>6.4874999999999998</c:v>
                </c:pt>
                <c:pt idx="553">
                  <c:v>6.4816000000000003</c:v>
                </c:pt>
                <c:pt idx="554">
                  <c:v>6.4802999999999997</c:v>
                </c:pt>
                <c:pt idx="555">
                  <c:v>6.4722</c:v>
                </c:pt>
                <c:pt idx="556">
                  <c:v>6.4692999999999996</c:v>
                </c:pt>
                <c:pt idx="557">
                  <c:v>6.4793000000000003</c:v>
                </c:pt>
                <c:pt idx="558">
                  <c:v>6.4930000000000003</c:v>
                </c:pt>
                <c:pt idx="559">
                  <c:v>6.4969000000000001</c:v>
                </c:pt>
                <c:pt idx="560">
                  <c:v>6.4935</c:v>
                </c:pt>
                <c:pt idx="561">
                  <c:v>6.4935</c:v>
                </c:pt>
                <c:pt idx="562">
                  <c:v>6.4817999999999998</c:v>
                </c:pt>
                <c:pt idx="563">
                  <c:v>6.4855</c:v>
                </c:pt>
                <c:pt idx="564">
                  <c:v>6.4743000000000004</c:v>
                </c:pt>
                <c:pt idx="565">
                  <c:v>6.5</c:v>
                </c:pt>
                <c:pt idx="566">
                  <c:v>6.5068000000000001</c:v>
                </c:pt>
                <c:pt idx="567">
                  <c:v>6.5023</c:v>
                </c:pt>
                <c:pt idx="568">
                  <c:v>6.5068000000000001</c:v>
                </c:pt>
                <c:pt idx="569">
                  <c:v>6.5155000000000003</c:v>
                </c:pt>
                <c:pt idx="570">
                  <c:v>6.5119999999999996</c:v>
                </c:pt>
                <c:pt idx="571">
                  <c:v>6.5122</c:v>
                </c:pt>
                <c:pt idx="572">
                  <c:v>6.5202</c:v>
                </c:pt>
                <c:pt idx="573">
                  <c:v>6.5209000000000001</c:v>
                </c:pt>
                <c:pt idx="574">
                  <c:v>6.5227000000000004</c:v>
                </c:pt>
                <c:pt idx="575">
                  <c:v>6.5353000000000003</c:v>
                </c:pt>
                <c:pt idx="576">
                  <c:v>6.5439999999999996</c:v>
                </c:pt>
                <c:pt idx="577">
                  <c:v>6.5433000000000003</c:v>
                </c:pt>
                <c:pt idx="578">
                  <c:v>6.5518999999999998</c:v>
                </c:pt>
                <c:pt idx="579">
                  <c:v>6.5567000000000002</c:v>
                </c:pt>
                <c:pt idx="580">
                  <c:v>6.5620000000000003</c:v>
                </c:pt>
                <c:pt idx="581">
                  <c:v>6.5618999999999996</c:v>
                </c:pt>
                <c:pt idx="582">
                  <c:v>6.5597000000000003</c:v>
                </c:pt>
                <c:pt idx="583">
                  <c:v>6.5824999999999996</c:v>
                </c:pt>
                <c:pt idx="584">
                  <c:v>6.5846</c:v>
                </c:pt>
                <c:pt idx="585">
                  <c:v>6.5820999999999996</c:v>
                </c:pt>
                <c:pt idx="586">
                  <c:v>6.5792000000000002</c:v>
                </c:pt>
                <c:pt idx="587">
                  <c:v>6.5854999999999997</c:v>
                </c:pt>
                <c:pt idx="588">
                  <c:v>6.5648</c:v>
                </c:pt>
                <c:pt idx="589">
                  <c:v>6.5720000000000001</c:v>
                </c:pt>
                <c:pt idx="590">
                  <c:v>6.5702999999999996</c:v>
                </c:pt>
                <c:pt idx="591">
                  <c:v>6.5862999999999996</c:v>
                </c:pt>
                <c:pt idx="592">
                  <c:v>6.5904999999999996</c:v>
                </c:pt>
                <c:pt idx="593">
                  <c:v>6.5883000000000003</c:v>
                </c:pt>
                <c:pt idx="594">
                  <c:v>6.5839999999999996</c:v>
                </c:pt>
                <c:pt idx="595">
                  <c:v>6.5910000000000002</c:v>
                </c:pt>
                <c:pt idx="596">
                  <c:v>6.5792000000000002</c:v>
                </c:pt>
                <c:pt idx="597">
                  <c:v>6.5799000000000003</c:v>
                </c:pt>
                <c:pt idx="598">
                  <c:v>6.5807000000000002</c:v>
                </c:pt>
                <c:pt idx="599">
                  <c:v>6.5777999999999999</c:v>
                </c:pt>
                <c:pt idx="600">
                  <c:v>6.6147999999999998</c:v>
                </c:pt>
                <c:pt idx="601">
                  <c:v>6.6393000000000004</c:v>
                </c:pt>
                <c:pt idx="602">
                  <c:v>6.6486999999999998</c:v>
                </c:pt>
                <c:pt idx="603">
                  <c:v>6.6463999999999999</c:v>
                </c:pt>
                <c:pt idx="604">
                  <c:v>6.6433</c:v>
                </c:pt>
                <c:pt idx="605">
                  <c:v>6.6581999999999999</c:v>
                </c:pt>
                <c:pt idx="606">
                  <c:v>6.6635999999999997</c:v>
                </c:pt>
                <c:pt idx="607">
                  <c:v>6.6695000000000002</c:v>
                </c:pt>
                <c:pt idx="608">
                  <c:v>6.69</c:v>
                </c:pt>
                <c:pt idx="609">
                  <c:v>6.6829999999999998</c:v>
                </c:pt>
                <c:pt idx="610">
                  <c:v>6.6881000000000004</c:v>
                </c:pt>
                <c:pt idx="611">
                  <c:v>6.6879</c:v>
                </c:pt>
                <c:pt idx="612">
                  <c:v>6.6849999999999996</c:v>
                </c:pt>
                <c:pt idx="613">
                  <c:v>6.6921999999999997</c:v>
                </c:pt>
                <c:pt idx="614">
                  <c:v>6.6871</c:v>
                </c:pt>
                <c:pt idx="615">
                  <c:v>6.6803999999999997</c:v>
                </c:pt>
                <c:pt idx="616">
                  <c:v>6.6986999999999997</c:v>
                </c:pt>
                <c:pt idx="617">
                  <c:v>6.6893000000000002</c:v>
                </c:pt>
                <c:pt idx="618">
                  <c:v>6.6779999999999999</c:v>
                </c:pt>
                <c:pt idx="619">
                  <c:v>6.6783000000000001</c:v>
                </c:pt>
                <c:pt idx="620">
                  <c:v>6.6703999999999999</c:v>
                </c:pt>
                <c:pt idx="621">
                  <c:v>6.6798999999999999</c:v>
                </c:pt>
                <c:pt idx="622">
                  <c:v>6.6765999999999996</c:v>
                </c:pt>
                <c:pt idx="623">
                  <c:v>6.6696999999999997</c:v>
                </c:pt>
                <c:pt idx="624">
                  <c:v>6.6566000000000001</c:v>
                </c:pt>
                <c:pt idx="625">
                  <c:v>6.6547999999999998</c:v>
                </c:pt>
                <c:pt idx="626">
                  <c:v>6.6390000000000002</c:v>
                </c:pt>
                <c:pt idx="627">
                  <c:v>6.6388999999999996</c:v>
                </c:pt>
                <c:pt idx="628">
                  <c:v>6.6307999999999998</c:v>
                </c:pt>
                <c:pt idx="629">
                  <c:v>6.6391999999999998</c:v>
                </c:pt>
                <c:pt idx="630">
                  <c:v>6.6452</c:v>
                </c:pt>
                <c:pt idx="631">
                  <c:v>6.6623999999999999</c:v>
                </c:pt>
                <c:pt idx="632">
                  <c:v>6.6619000000000002</c:v>
                </c:pt>
                <c:pt idx="633">
                  <c:v>6.6429999999999998</c:v>
                </c:pt>
                <c:pt idx="634">
                  <c:v>6.6414999999999997</c:v>
                </c:pt>
                <c:pt idx="635">
                  <c:v>6.6445999999999996</c:v>
                </c:pt>
                <c:pt idx="636">
                  <c:v>6.6406000000000001</c:v>
                </c:pt>
                <c:pt idx="637">
                  <c:v>6.6260000000000003</c:v>
                </c:pt>
                <c:pt idx="638">
                  <c:v>6.6310000000000002</c:v>
                </c:pt>
                <c:pt idx="639">
                  <c:v>6.6322000000000001</c:v>
                </c:pt>
                <c:pt idx="640">
                  <c:v>6.65</c:v>
                </c:pt>
                <c:pt idx="641">
                  <c:v>6.6577999999999999</c:v>
                </c:pt>
                <c:pt idx="642">
                  <c:v>6.6416000000000004</c:v>
                </c:pt>
                <c:pt idx="643">
                  <c:v>6.6509999999999998</c:v>
                </c:pt>
                <c:pt idx="644">
                  <c:v>6.6535000000000002</c:v>
                </c:pt>
                <c:pt idx="645">
                  <c:v>6.6688000000000001</c:v>
                </c:pt>
                <c:pt idx="646">
                  <c:v>6.6790000000000003</c:v>
                </c:pt>
                <c:pt idx="647">
                  <c:v>6.68</c:v>
                </c:pt>
                <c:pt idx="648">
                  <c:v>6.6783000000000001</c:v>
                </c:pt>
                <c:pt idx="649">
                  <c:v>6.68</c:v>
                </c:pt>
                <c:pt idx="650">
                  <c:v>6.68</c:v>
                </c:pt>
                <c:pt idx="651">
                  <c:v>6.6752000000000002</c:v>
                </c:pt>
                <c:pt idx="652">
                  <c:v>6.6802999999999999</c:v>
                </c:pt>
                <c:pt idx="653">
                  <c:v>6.6641000000000004</c:v>
                </c:pt>
                <c:pt idx="654">
                  <c:v>6.6638999999999999</c:v>
                </c:pt>
                <c:pt idx="655">
                  <c:v>6.6798999999999999</c:v>
                </c:pt>
                <c:pt idx="656">
                  <c:v>6.6798999999999999</c:v>
                </c:pt>
                <c:pt idx="657">
                  <c:v>6.68</c:v>
                </c:pt>
                <c:pt idx="658">
                  <c:v>6.6711</c:v>
                </c:pt>
                <c:pt idx="659">
                  <c:v>6.6715999999999998</c:v>
                </c:pt>
                <c:pt idx="660">
                  <c:v>6.6711</c:v>
                </c:pt>
                <c:pt idx="661">
                  <c:v>6.6712999999999996</c:v>
                </c:pt>
                <c:pt idx="662">
                  <c:v>6.6692999999999998</c:v>
                </c:pt>
                <c:pt idx="663">
                  <c:v>6.67</c:v>
                </c:pt>
                <c:pt idx="664">
                  <c:v>6.6699000000000002</c:v>
                </c:pt>
                <c:pt idx="665">
                  <c:v>6.6684000000000001</c:v>
                </c:pt>
                <c:pt idx="666">
                  <c:v>6.6711999999999998</c:v>
                </c:pt>
                <c:pt idx="667">
                  <c:v>6.6689999999999996</c:v>
                </c:pt>
                <c:pt idx="668">
                  <c:v>6.67</c:v>
                </c:pt>
                <c:pt idx="669">
                  <c:v>6.7027999999999999</c:v>
                </c:pt>
                <c:pt idx="670">
                  <c:v>6.7148000000000003</c:v>
                </c:pt>
                <c:pt idx="671">
                  <c:v>6.7138999999999998</c:v>
                </c:pt>
                <c:pt idx="672">
                  <c:v>6.7298999999999998</c:v>
                </c:pt>
                <c:pt idx="673">
                  <c:v>6.7255000000000003</c:v>
                </c:pt>
                <c:pt idx="674">
                  <c:v>6.7396000000000003</c:v>
                </c:pt>
                <c:pt idx="675">
                  <c:v>6.7393000000000001</c:v>
                </c:pt>
                <c:pt idx="676">
                  <c:v>6.7393000000000001</c:v>
                </c:pt>
                <c:pt idx="677">
                  <c:v>6.7396000000000003</c:v>
                </c:pt>
                <c:pt idx="678">
                  <c:v>6.7599</c:v>
                </c:pt>
                <c:pt idx="679">
                  <c:v>6.7717999999999998</c:v>
                </c:pt>
                <c:pt idx="680">
                  <c:v>6.7778</c:v>
                </c:pt>
                <c:pt idx="681">
                  <c:v>6.7686000000000002</c:v>
                </c:pt>
                <c:pt idx="682">
                  <c:v>6.7778</c:v>
                </c:pt>
                <c:pt idx="683">
                  <c:v>6.7794999999999996</c:v>
                </c:pt>
                <c:pt idx="684">
                  <c:v>6.7708000000000004</c:v>
                </c:pt>
                <c:pt idx="685">
                  <c:v>6.7744</c:v>
                </c:pt>
                <c:pt idx="686">
                  <c:v>6.7613000000000003</c:v>
                </c:pt>
                <c:pt idx="687">
                  <c:v>6.7607999999999997</c:v>
                </c:pt>
                <c:pt idx="688">
                  <c:v>6.7591000000000001</c:v>
                </c:pt>
                <c:pt idx="689">
                  <c:v>6.7758000000000003</c:v>
                </c:pt>
                <c:pt idx="690">
                  <c:v>6.78</c:v>
                </c:pt>
                <c:pt idx="691">
                  <c:v>6.7731000000000003</c:v>
                </c:pt>
                <c:pt idx="692">
                  <c:v>6.7925000000000004</c:v>
                </c:pt>
                <c:pt idx="693">
                  <c:v>6.8155000000000001</c:v>
                </c:pt>
                <c:pt idx="694">
                  <c:v>6.8409000000000004</c:v>
                </c:pt>
                <c:pt idx="695">
                  <c:v>6.8529999999999998</c:v>
                </c:pt>
                <c:pt idx="696">
                  <c:v>6.87</c:v>
                </c:pt>
                <c:pt idx="697">
                  <c:v>6.87</c:v>
                </c:pt>
                <c:pt idx="698">
                  <c:v>6.8912000000000004</c:v>
                </c:pt>
                <c:pt idx="699">
                  <c:v>6.8956</c:v>
                </c:pt>
                <c:pt idx="700">
                  <c:v>6.8879999999999999</c:v>
                </c:pt>
                <c:pt idx="701">
                  <c:v>6.8928000000000003</c:v>
                </c:pt>
                <c:pt idx="702">
                  <c:v>6.9188999999999998</c:v>
                </c:pt>
                <c:pt idx="703">
                  <c:v>6.9150999999999998</c:v>
                </c:pt>
                <c:pt idx="704">
                  <c:v>6.9021999999999997</c:v>
                </c:pt>
                <c:pt idx="705">
                  <c:v>6.8914</c:v>
                </c:pt>
                <c:pt idx="706">
                  <c:v>6.8869999999999996</c:v>
                </c:pt>
                <c:pt idx="707">
                  <c:v>6.8948999999999998</c:v>
                </c:pt>
                <c:pt idx="708">
                  <c:v>6.8818000000000001</c:v>
                </c:pt>
                <c:pt idx="709">
                  <c:v>6.8860999999999999</c:v>
                </c:pt>
                <c:pt idx="710">
                  <c:v>6.8761999999999999</c:v>
                </c:pt>
                <c:pt idx="711">
                  <c:v>6.8849999999999998</c:v>
                </c:pt>
                <c:pt idx="712">
                  <c:v>6.8799000000000001</c:v>
                </c:pt>
                <c:pt idx="713">
                  <c:v>6.9005000000000001</c:v>
                </c:pt>
                <c:pt idx="714">
                  <c:v>6.9151999999999996</c:v>
                </c:pt>
                <c:pt idx="715">
                  <c:v>6.9015000000000004</c:v>
                </c:pt>
                <c:pt idx="716">
                  <c:v>6.9048999999999996</c:v>
                </c:pt>
                <c:pt idx="717">
                  <c:v>6.9353999999999996</c:v>
                </c:pt>
                <c:pt idx="718">
                  <c:v>6.9546999999999999</c:v>
                </c:pt>
                <c:pt idx="719">
                  <c:v>6.9450000000000003</c:v>
                </c:pt>
                <c:pt idx="720">
                  <c:v>6.9508999999999999</c:v>
                </c:pt>
                <c:pt idx="721">
                  <c:v>6.9512</c:v>
                </c:pt>
                <c:pt idx="722">
                  <c:v>6.9466000000000001</c:v>
                </c:pt>
                <c:pt idx="723">
                  <c:v>6.9493999999999998</c:v>
                </c:pt>
                <c:pt idx="724">
                  <c:v>6.9497</c:v>
                </c:pt>
                <c:pt idx="725">
                  <c:v>6.9497999999999998</c:v>
                </c:pt>
                <c:pt idx="726">
                  <c:v>6.9549000000000003</c:v>
                </c:pt>
                <c:pt idx="727">
                  <c:v>6.9546999999999999</c:v>
                </c:pt>
                <c:pt idx="728">
                  <c:v>6.9494999999999996</c:v>
                </c:pt>
                <c:pt idx="729">
                  <c:v>6.9557000000000002</c:v>
                </c:pt>
                <c:pt idx="730">
                  <c:v>6.9485000000000001</c:v>
                </c:pt>
                <c:pt idx="731">
                  <c:v>6.8817000000000004</c:v>
                </c:pt>
                <c:pt idx="732">
                  <c:v>6.923</c:v>
                </c:pt>
                <c:pt idx="733">
                  <c:v>6.9344000000000001</c:v>
                </c:pt>
                <c:pt idx="734">
                  <c:v>6.9241999999999999</c:v>
                </c:pt>
                <c:pt idx="735">
                  <c:v>6.9265999999999996</c:v>
                </c:pt>
                <c:pt idx="736">
                  <c:v>6.9</c:v>
                </c:pt>
                <c:pt idx="737">
                  <c:v>6.9</c:v>
                </c:pt>
                <c:pt idx="738">
                  <c:v>6.8975999999999997</c:v>
                </c:pt>
                <c:pt idx="739">
                  <c:v>6.8727999999999998</c:v>
                </c:pt>
                <c:pt idx="740">
                  <c:v>6.8342000000000001</c:v>
                </c:pt>
                <c:pt idx="741">
                  <c:v>6.8760000000000003</c:v>
                </c:pt>
                <c:pt idx="742">
                  <c:v>6.8752000000000004</c:v>
                </c:pt>
                <c:pt idx="743">
                  <c:v>6.8552</c:v>
                </c:pt>
                <c:pt idx="744">
                  <c:v>6.8570000000000002</c:v>
                </c:pt>
                <c:pt idx="745">
                  <c:v>6.8795999999999999</c:v>
                </c:pt>
                <c:pt idx="746">
                  <c:v>6.8780000000000001</c:v>
                </c:pt>
                <c:pt idx="747">
                  <c:v>6.8739999999999997</c:v>
                </c:pt>
                <c:pt idx="748">
                  <c:v>6.8636999999999997</c:v>
                </c:pt>
                <c:pt idx="749">
                  <c:v>6.8815</c:v>
                </c:pt>
                <c:pt idx="750">
                  <c:v>6.8780000000000001</c:v>
                </c:pt>
                <c:pt idx="751">
                  <c:v>6.8672000000000004</c:v>
                </c:pt>
                <c:pt idx="752">
                  <c:v>6.8814000000000002</c:v>
                </c:pt>
                <c:pt idx="753">
                  <c:v>6.8792999999999997</c:v>
                </c:pt>
                <c:pt idx="754">
                  <c:v>6.8673999999999999</c:v>
                </c:pt>
                <c:pt idx="755">
                  <c:v>6.8672000000000004</c:v>
                </c:pt>
                <c:pt idx="756">
                  <c:v>6.8585000000000003</c:v>
                </c:pt>
                <c:pt idx="757">
                  <c:v>6.8708999999999998</c:v>
                </c:pt>
                <c:pt idx="758">
                  <c:v>6.8781999999999996</c:v>
                </c:pt>
                <c:pt idx="759">
                  <c:v>6.8826000000000001</c:v>
                </c:pt>
                <c:pt idx="760">
                  <c:v>6.8780000000000001</c:v>
                </c:pt>
                <c:pt idx="761">
                  <c:v>6.8773999999999997</c:v>
                </c:pt>
                <c:pt idx="762">
                  <c:v>6.8718000000000004</c:v>
                </c:pt>
                <c:pt idx="763">
                  <c:v>6.8714000000000004</c:v>
                </c:pt>
                <c:pt idx="764">
                  <c:v>6.8689</c:v>
                </c:pt>
                <c:pt idx="765">
                  <c:v>6.88</c:v>
                </c:pt>
                <c:pt idx="766">
                  <c:v>6.8819999999999997</c:v>
                </c:pt>
                <c:pt idx="767">
                  <c:v>6.8979999999999997</c:v>
                </c:pt>
                <c:pt idx="768">
                  <c:v>6.8929</c:v>
                </c:pt>
                <c:pt idx="769">
                  <c:v>6.8986999999999998</c:v>
                </c:pt>
                <c:pt idx="770">
                  <c:v>6.907</c:v>
                </c:pt>
                <c:pt idx="771">
                  <c:v>6.9085000000000001</c:v>
                </c:pt>
                <c:pt idx="772">
                  <c:v>6.9157000000000002</c:v>
                </c:pt>
                <c:pt idx="773">
                  <c:v>6.9092000000000002</c:v>
                </c:pt>
                <c:pt idx="774">
                  <c:v>6.9131</c:v>
                </c:pt>
                <c:pt idx="775">
                  <c:v>6.9120999999999997</c:v>
                </c:pt>
                <c:pt idx="776">
                  <c:v>6.8978000000000002</c:v>
                </c:pt>
                <c:pt idx="777">
                  <c:v>6.9085000000000001</c:v>
                </c:pt>
                <c:pt idx="778">
                  <c:v>6.9043000000000001</c:v>
                </c:pt>
                <c:pt idx="779">
                  <c:v>6.8977000000000004</c:v>
                </c:pt>
                <c:pt idx="780">
                  <c:v>6.8871000000000002</c:v>
                </c:pt>
                <c:pt idx="781">
                  <c:v>6.8875000000000002</c:v>
                </c:pt>
                <c:pt idx="782">
                  <c:v>6.8875999999999999</c:v>
                </c:pt>
                <c:pt idx="783">
                  <c:v>6.8764000000000003</c:v>
                </c:pt>
                <c:pt idx="784">
                  <c:v>6.8857999999999997</c:v>
                </c:pt>
                <c:pt idx="785">
                  <c:v>6.8897000000000004</c:v>
                </c:pt>
                <c:pt idx="786">
                  <c:v>6.8905000000000003</c:v>
                </c:pt>
                <c:pt idx="787">
                  <c:v>6.8914999999999997</c:v>
                </c:pt>
                <c:pt idx="788">
                  <c:v>6.8964999999999996</c:v>
                </c:pt>
                <c:pt idx="789">
                  <c:v>6.9009999999999998</c:v>
                </c:pt>
                <c:pt idx="790">
                  <c:v>6.8993000000000002</c:v>
                </c:pt>
                <c:pt idx="791">
                  <c:v>6.9051999999999998</c:v>
                </c:pt>
                <c:pt idx="792">
                  <c:v>6.9029999999999996</c:v>
                </c:pt>
                <c:pt idx="793">
                  <c:v>6.8921999999999999</c:v>
                </c:pt>
                <c:pt idx="794">
                  <c:v>6.8825000000000003</c:v>
                </c:pt>
                <c:pt idx="795">
                  <c:v>6.8868999999999998</c:v>
                </c:pt>
                <c:pt idx="796">
                  <c:v>6.8875999999999999</c:v>
                </c:pt>
                <c:pt idx="797">
                  <c:v>6.8852000000000002</c:v>
                </c:pt>
                <c:pt idx="798">
                  <c:v>6.8872999999999998</c:v>
                </c:pt>
                <c:pt idx="799">
                  <c:v>6.8834999999999997</c:v>
                </c:pt>
                <c:pt idx="800">
                  <c:v>6.8837999999999999</c:v>
                </c:pt>
                <c:pt idx="801">
                  <c:v>6.8864000000000001</c:v>
                </c:pt>
                <c:pt idx="802">
                  <c:v>6.8863000000000003</c:v>
                </c:pt>
                <c:pt idx="803">
                  <c:v>6.8907999999999996</c:v>
                </c:pt>
                <c:pt idx="804">
                  <c:v>6.8921999999999999</c:v>
                </c:pt>
                <c:pt idx="805">
                  <c:v>6.8973000000000004</c:v>
                </c:pt>
                <c:pt idx="806">
                  <c:v>6.8964999999999996</c:v>
                </c:pt>
                <c:pt idx="807">
                  <c:v>6.8917000000000002</c:v>
                </c:pt>
                <c:pt idx="808">
                  <c:v>6.8967999999999998</c:v>
                </c:pt>
                <c:pt idx="809">
                  <c:v>6.9</c:v>
                </c:pt>
                <c:pt idx="810">
                  <c:v>6.9032999999999998</c:v>
                </c:pt>
                <c:pt idx="811">
                  <c:v>6.9057000000000004</c:v>
                </c:pt>
                <c:pt idx="812">
                  <c:v>6.9039999999999999</c:v>
                </c:pt>
                <c:pt idx="813">
                  <c:v>6.9035000000000002</c:v>
                </c:pt>
                <c:pt idx="814">
                  <c:v>6.9027000000000003</c:v>
                </c:pt>
                <c:pt idx="815">
                  <c:v>6.8975999999999997</c:v>
                </c:pt>
                <c:pt idx="816">
                  <c:v>6.8897000000000004</c:v>
                </c:pt>
                <c:pt idx="817">
                  <c:v>6.891</c:v>
                </c:pt>
                <c:pt idx="818">
                  <c:v>6.8902999999999999</c:v>
                </c:pt>
                <c:pt idx="819">
                  <c:v>6.8925999999999998</c:v>
                </c:pt>
                <c:pt idx="820">
                  <c:v>6.8924000000000003</c:v>
                </c:pt>
                <c:pt idx="821">
                  <c:v>6.8897000000000004</c:v>
                </c:pt>
                <c:pt idx="822">
                  <c:v>6.8909000000000002</c:v>
                </c:pt>
                <c:pt idx="823">
                  <c:v>6.8677999999999999</c:v>
                </c:pt>
                <c:pt idx="824">
                  <c:v>6.8609999999999998</c:v>
                </c:pt>
                <c:pt idx="825">
                  <c:v>6.8209999999999997</c:v>
                </c:pt>
                <c:pt idx="826">
                  <c:v>6.8060999999999998</c:v>
                </c:pt>
                <c:pt idx="827">
                  <c:v>6.8162000000000003</c:v>
                </c:pt>
                <c:pt idx="828">
                  <c:v>6.8014000000000001</c:v>
                </c:pt>
                <c:pt idx="829">
                  <c:v>6.7968000000000002</c:v>
                </c:pt>
                <c:pt idx="830">
                  <c:v>6.7939999999999996</c:v>
                </c:pt>
                <c:pt idx="831">
                  <c:v>6.7938000000000001</c:v>
                </c:pt>
                <c:pt idx="832">
                  <c:v>6.7988</c:v>
                </c:pt>
                <c:pt idx="833">
                  <c:v>6.7980999999999998</c:v>
                </c:pt>
                <c:pt idx="834">
                  <c:v>6.7980999999999998</c:v>
                </c:pt>
                <c:pt idx="835">
                  <c:v>6.7969999999999997</c:v>
                </c:pt>
                <c:pt idx="836">
                  <c:v>6.7975000000000003</c:v>
                </c:pt>
                <c:pt idx="837">
                  <c:v>6.8139000000000003</c:v>
                </c:pt>
                <c:pt idx="838">
                  <c:v>6.8170000000000002</c:v>
                </c:pt>
                <c:pt idx="839">
                  <c:v>6.8265000000000002</c:v>
                </c:pt>
                <c:pt idx="840">
                  <c:v>6.8289999999999997</c:v>
                </c:pt>
                <c:pt idx="841">
                  <c:v>6.8307000000000002</c:v>
                </c:pt>
                <c:pt idx="842">
                  <c:v>6.8387000000000002</c:v>
                </c:pt>
                <c:pt idx="843">
                  <c:v>6.8377999999999997</c:v>
                </c:pt>
                <c:pt idx="844">
                  <c:v>6.8101000000000003</c:v>
                </c:pt>
                <c:pt idx="845">
                  <c:v>6.7991999999999999</c:v>
                </c:pt>
                <c:pt idx="846">
                  <c:v>6.7786999999999997</c:v>
                </c:pt>
                <c:pt idx="847">
                  <c:v>6.7796000000000003</c:v>
                </c:pt>
                <c:pt idx="848">
                  <c:v>6.7896999999999998</c:v>
                </c:pt>
                <c:pt idx="849">
                  <c:v>6.7999000000000001</c:v>
                </c:pt>
                <c:pt idx="850">
                  <c:v>6.7992999999999997</c:v>
                </c:pt>
                <c:pt idx="851">
                  <c:v>6.8037000000000001</c:v>
                </c:pt>
                <c:pt idx="852">
                  <c:v>6.7995000000000001</c:v>
                </c:pt>
                <c:pt idx="853">
                  <c:v>6.8018999999999998</c:v>
                </c:pt>
                <c:pt idx="854">
                  <c:v>6.8</c:v>
                </c:pt>
                <c:pt idx="855">
                  <c:v>6.7874999999999996</c:v>
                </c:pt>
                <c:pt idx="856">
                  <c:v>6.7816999999999998</c:v>
                </c:pt>
                <c:pt idx="857">
                  <c:v>6.7740999999999998</c:v>
                </c:pt>
                <c:pt idx="858">
                  <c:v>6.7698999999999998</c:v>
                </c:pt>
                <c:pt idx="859">
                  <c:v>6.758</c:v>
                </c:pt>
                <c:pt idx="860">
                  <c:v>6.7556000000000003</c:v>
                </c:pt>
                <c:pt idx="861">
                  <c:v>6.7687999999999997</c:v>
                </c:pt>
                <c:pt idx="862">
                  <c:v>6.7680999999999996</c:v>
                </c:pt>
                <c:pt idx="863">
                  <c:v>6.7504999999999997</c:v>
                </c:pt>
                <c:pt idx="864">
                  <c:v>6.7511999999999999</c:v>
                </c:pt>
                <c:pt idx="865">
                  <c:v>6.7545000000000002</c:v>
                </c:pt>
                <c:pt idx="866">
                  <c:v>6.7375999999999996</c:v>
                </c:pt>
                <c:pt idx="867">
                  <c:v>6.7428999999999997</c:v>
                </c:pt>
                <c:pt idx="868">
                  <c:v>6.7290000000000001</c:v>
                </c:pt>
                <c:pt idx="869">
                  <c:v>6.7194000000000003</c:v>
                </c:pt>
                <c:pt idx="870">
                  <c:v>6.7218999999999998</c:v>
                </c:pt>
                <c:pt idx="871">
                  <c:v>6.7233000000000001</c:v>
                </c:pt>
                <c:pt idx="872">
                  <c:v>6.7180999999999997</c:v>
                </c:pt>
                <c:pt idx="873">
                  <c:v>6.7182000000000004</c:v>
                </c:pt>
                <c:pt idx="874">
                  <c:v>6.7035</c:v>
                </c:pt>
                <c:pt idx="875">
                  <c:v>6.6776</c:v>
                </c:pt>
                <c:pt idx="876">
                  <c:v>6.6609999999999996</c:v>
                </c:pt>
                <c:pt idx="877">
                  <c:v>6.6668000000000003</c:v>
                </c:pt>
                <c:pt idx="878">
                  <c:v>6.6687000000000003</c:v>
                </c:pt>
                <c:pt idx="879">
                  <c:v>6.6771000000000003</c:v>
                </c:pt>
                <c:pt idx="880">
                  <c:v>6.6955</c:v>
                </c:pt>
                <c:pt idx="881">
                  <c:v>6.6730999999999998</c:v>
                </c:pt>
                <c:pt idx="882">
                  <c:v>6.6784999999999997</c:v>
                </c:pt>
                <c:pt idx="883">
                  <c:v>6.6702000000000004</c:v>
                </c:pt>
                <c:pt idx="884">
                  <c:v>6.6604999999999999</c:v>
                </c:pt>
                <c:pt idx="885">
                  <c:v>6.6635999999999997</c:v>
                </c:pt>
                <c:pt idx="886">
                  <c:v>6.66</c:v>
                </c:pt>
                <c:pt idx="887">
                  <c:v>6.6645000000000003</c:v>
                </c:pt>
                <c:pt idx="888">
                  <c:v>6.6322999999999999</c:v>
                </c:pt>
                <c:pt idx="889">
                  <c:v>6.5975000000000001</c:v>
                </c:pt>
                <c:pt idx="890">
                  <c:v>6.5926999999999998</c:v>
                </c:pt>
                <c:pt idx="891">
                  <c:v>6.5968999999999998</c:v>
                </c:pt>
                <c:pt idx="892">
                  <c:v>6.5678999999999998</c:v>
                </c:pt>
                <c:pt idx="893">
                  <c:v>6.52</c:v>
                </c:pt>
                <c:pt idx="894">
                  <c:v>6.5515999999999996</c:v>
                </c:pt>
                <c:pt idx="895">
                  <c:v>6.5246000000000004</c:v>
                </c:pt>
                <c:pt idx="896">
                  <c:v>6.4972000000000003</c:v>
                </c:pt>
                <c:pt idx="897">
                  <c:v>6.4617000000000004</c:v>
                </c:pt>
                <c:pt idx="898">
                  <c:v>6.5239000000000003</c:v>
                </c:pt>
                <c:pt idx="899">
                  <c:v>6.5350000000000001</c:v>
                </c:pt>
                <c:pt idx="900">
                  <c:v>6.5308999999999999</c:v>
                </c:pt>
                <c:pt idx="901">
                  <c:v>6.5542999999999996</c:v>
                </c:pt>
                <c:pt idx="902">
                  <c:v>6.5442</c:v>
                </c:pt>
                <c:pt idx="903">
                  <c:v>6.5617999999999999</c:v>
                </c:pt>
                <c:pt idx="904">
                  <c:v>6.5858999999999996</c:v>
                </c:pt>
                <c:pt idx="905">
                  <c:v>6.5742000000000003</c:v>
                </c:pt>
                <c:pt idx="906">
                  <c:v>6.5933999999999999</c:v>
                </c:pt>
                <c:pt idx="907">
                  <c:v>6.5922000000000001</c:v>
                </c:pt>
                <c:pt idx="908">
                  <c:v>6.6204999999999998</c:v>
                </c:pt>
                <c:pt idx="909">
                  <c:v>6.6304999999999996</c:v>
                </c:pt>
                <c:pt idx="910">
                  <c:v>6.6349999999999998</c:v>
                </c:pt>
                <c:pt idx="911">
                  <c:v>6.6699000000000002</c:v>
                </c:pt>
                <c:pt idx="912">
                  <c:v>6.6470000000000002</c:v>
                </c:pt>
                <c:pt idx="913">
                  <c:v>6.6284999999999998</c:v>
                </c:pt>
                <c:pt idx="914">
                  <c:v>6.5861000000000001</c:v>
                </c:pt>
                <c:pt idx="915">
                  <c:v>6.5887000000000002</c:v>
                </c:pt>
                <c:pt idx="916">
                  <c:v>6.5888</c:v>
                </c:pt>
                <c:pt idx="917">
                  <c:v>6.5868000000000002</c:v>
                </c:pt>
                <c:pt idx="918">
                  <c:v>6.5911999999999997</c:v>
                </c:pt>
                <c:pt idx="919">
                  <c:v>6.6159999999999997</c:v>
                </c:pt>
                <c:pt idx="920">
                  <c:v>6.6204999999999998</c:v>
                </c:pt>
                <c:pt idx="921">
                  <c:v>6.6276999999999999</c:v>
                </c:pt>
                <c:pt idx="922">
                  <c:v>6.62</c:v>
                </c:pt>
                <c:pt idx="923">
                  <c:v>6.6398000000000001</c:v>
                </c:pt>
                <c:pt idx="924">
                  <c:v>6.6332000000000004</c:v>
                </c:pt>
                <c:pt idx="925">
                  <c:v>6.6407999999999996</c:v>
                </c:pt>
                <c:pt idx="926">
                  <c:v>6.6356999999999999</c:v>
                </c:pt>
                <c:pt idx="927">
                  <c:v>6.6528</c:v>
                </c:pt>
                <c:pt idx="928">
                  <c:v>6.6475999999999997</c:v>
                </c:pt>
                <c:pt idx="929">
                  <c:v>6.6272000000000002</c:v>
                </c:pt>
                <c:pt idx="930">
                  <c:v>6.6161000000000003</c:v>
                </c:pt>
                <c:pt idx="931">
                  <c:v>6.6063000000000001</c:v>
                </c:pt>
                <c:pt idx="932">
                  <c:v>6.6295000000000002</c:v>
                </c:pt>
                <c:pt idx="933">
                  <c:v>6.6338999999999997</c:v>
                </c:pt>
                <c:pt idx="934">
                  <c:v>6.6323999999999996</c:v>
                </c:pt>
                <c:pt idx="935">
                  <c:v>6.6342999999999996</c:v>
                </c:pt>
                <c:pt idx="936">
                  <c:v>6.6391</c:v>
                </c:pt>
                <c:pt idx="937">
                  <c:v>6.64</c:v>
                </c:pt>
                <c:pt idx="938">
                  <c:v>6.6421999999999999</c:v>
                </c:pt>
                <c:pt idx="939">
                  <c:v>6.6430999999999996</c:v>
                </c:pt>
                <c:pt idx="940">
                  <c:v>6.6298000000000004</c:v>
                </c:pt>
                <c:pt idx="941">
                  <c:v>6.6326999999999998</c:v>
                </c:pt>
                <c:pt idx="942">
                  <c:v>6.6353</c:v>
                </c:pt>
                <c:pt idx="943">
                  <c:v>6.63</c:v>
                </c:pt>
                <c:pt idx="944">
                  <c:v>6.6337000000000002</c:v>
                </c:pt>
                <c:pt idx="945">
                  <c:v>6.6158999999999999</c:v>
                </c:pt>
                <c:pt idx="946">
                  <c:v>6.5823</c:v>
                </c:pt>
                <c:pt idx="947">
                  <c:v>6.6036999999999999</c:v>
                </c:pt>
                <c:pt idx="948">
                  <c:v>6.5979000000000001</c:v>
                </c:pt>
                <c:pt idx="949">
                  <c:v>6.5949</c:v>
                </c:pt>
                <c:pt idx="950">
                  <c:v>6.5987999999999998</c:v>
                </c:pt>
                <c:pt idx="951">
                  <c:v>6.6106999999999996</c:v>
                </c:pt>
                <c:pt idx="952">
                  <c:v>6.6064999999999996</c:v>
                </c:pt>
                <c:pt idx="953">
                  <c:v>6.6186999999999996</c:v>
                </c:pt>
                <c:pt idx="954">
                  <c:v>6.6131000000000002</c:v>
                </c:pt>
                <c:pt idx="955">
                  <c:v>6.6150000000000002</c:v>
                </c:pt>
                <c:pt idx="956">
                  <c:v>6.6154999999999999</c:v>
                </c:pt>
                <c:pt idx="957">
                  <c:v>6.6174999999999997</c:v>
                </c:pt>
                <c:pt idx="958">
                  <c:v>6.6173000000000002</c:v>
                </c:pt>
                <c:pt idx="959">
                  <c:v>6.6212</c:v>
                </c:pt>
                <c:pt idx="960">
                  <c:v>6.6203000000000003</c:v>
                </c:pt>
                <c:pt idx="961">
                  <c:v>6.6087999999999996</c:v>
                </c:pt>
                <c:pt idx="962">
                  <c:v>6.6083999999999996</c:v>
                </c:pt>
                <c:pt idx="963">
                  <c:v>6.617</c:v>
                </c:pt>
                <c:pt idx="964">
                  <c:v>6.6074999999999999</c:v>
                </c:pt>
                <c:pt idx="965">
                  <c:v>6.5797999999999996</c:v>
                </c:pt>
                <c:pt idx="966">
                  <c:v>6.5857999999999999</c:v>
                </c:pt>
                <c:pt idx="967">
                  <c:v>6.5686999999999998</c:v>
                </c:pt>
                <c:pt idx="968">
                  <c:v>6.5404</c:v>
                </c:pt>
                <c:pt idx="969">
                  <c:v>6.5439999999999996</c:v>
                </c:pt>
                <c:pt idx="970">
                  <c:v>6.5555000000000003</c:v>
                </c:pt>
                <c:pt idx="971">
                  <c:v>6.5347999999999997</c:v>
                </c:pt>
                <c:pt idx="972">
                  <c:v>6.5119999999999996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AA-FB41-B94C-06A0C0E76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1328735"/>
        <c:axId val="1871323967"/>
      </c:lineChart>
      <c:catAx>
        <c:axId val="1905596191"/>
        <c:scaling>
          <c:orientation val="minMax"/>
        </c:scaling>
        <c:delete val="0"/>
        <c:axPos val="b"/>
        <c:numFmt formatCode="m/d/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905597839"/>
        <c:crosses val="autoZero"/>
        <c:auto val="1"/>
        <c:lblAlgn val="ctr"/>
        <c:lblOffset val="100"/>
        <c:tickLblSkip val="50"/>
        <c:tickMarkSkip val="10"/>
        <c:noMultiLvlLbl val="0"/>
      </c:catAx>
      <c:valAx>
        <c:axId val="1905597839"/>
        <c:scaling>
          <c:orientation val="minMax"/>
          <c:max val="135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905596191"/>
        <c:crosses val="autoZero"/>
        <c:crossBetween val="between"/>
      </c:valAx>
      <c:valAx>
        <c:axId val="1871323967"/>
        <c:scaling>
          <c:orientation val="maxMin"/>
          <c:min val="6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871328735"/>
        <c:crosses val="max"/>
        <c:crossBetween val="between"/>
      </c:valAx>
      <c:catAx>
        <c:axId val="187132873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8713239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'2016'!$D$1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20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10-6F4F-8FF1-4D7880F4CDAB}"/>
              </c:ext>
            </c:extLst>
          </c:dPt>
          <c:dPt>
            <c:idx val="21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710-6F4F-8FF1-4D7880F4CDAB}"/>
              </c:ext>
            </c:extLst>
          </c:dPt>
          <c:dPt>
            <c:idx val="22"/>
            <c:invertIfNegative val="0"/>
            <c:bubble3D val="0"/>
            <c:spPr>
              <a:solidFill>
                <a:srgbClr val="E6810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10-6F4F-8FF1-4D7880F4CDAB}"/>
              </c:ext>
            </c:extLst>
          </c:dPt>
          <c:dPt>
            <c:idx val="2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710-6F4F-8FF1-4D7880F4CDAB}"/>
              </c:ext>
            </c:extLst>
          </c:dPt>
          <c:dLbls>
            <c:dLbl>
              <c:idx val="23"/>
              <c:tx>
                <c:rich>
                  <a:bodyPr/>
                  <a:lstStyle/>
                  <a:p>
                    <a:r>
                      <a:rPr lang="en-US" dirty="0"/>
                      <a:t>19.5%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710-6F4F-8FF1-4D7880F4CD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'2016'!$C$2:$C$25</c:f>
              <c:strCache>
                <c:ptCount val="24"/>
                <c:pt idx="0">
                  <c:v>NOK/CNY</c:v>
                </c:pt>
                <c:pt idx="1">
                  <c:v>HUF/CNY</c:v>
                </c:pt>
                <c:pt idx="2">
                  <c:v>DKK/CNY </c:v>
                </c:pt>
                <c:pt idx="3">
                  <c:v>SEK/CNY </c:v>
                </c:pt>
                <c:pt idx="4">
                  <c:v>NZD/CNY </c:v>
                </c:pt>
                <c:pt idx="5">
                  <c:v>TRY/CNY</c:v>
                </c:pt>
                <c:pt idx="6">
                  <c:v>PLN/CNY </c:v>
                </c:pt>
                <c:pt idx="7">
                  <c:v>CHF/CNY</c:v>
                </c:pt>
                <c:pt idx="8">
                  <c:v>ZAR/CNY </c:v>
                </c:pt>
                <c:pt idx="9">
                  <c:v>AED/CNY </c:v>
                </c:pt>
                <c:pt idx="10">
                  <c:v>CAD/CNY </c:v>
                </c:pt>
                <c:pt idx="11">
                  <c:v>MXN/CNY </c:v>
                </c:pt>
                <c:pt idx="12">
                  <c:v>GBP/CNY </c:v>
                </c:pt>
                <c:pt idx="13">
                  <c:v>SAR/CNY </c:v>
                </c:pt>
                <c:pt idx="14">
                  <c:v>SGD/CNY </c:v>
                </c:pt>
                <c:pt idx="15">
                  <c:v>HKD/CNY </c:v>
                </c:pt>
                <c:pt idx="16">
                  <c:v>THB/CNY </c:v>
                </c:pt>
                <c:pt idx="17">
                  <c:v>RUB/CNY </c:v>
                </c:pt>
                <c:pt idx="18">
                  <c:v>MYR/CNY </c:v>
                </c:pt>
                <c:pt idx="19">
                  <c:v>AUD/CNY </c:v>
                </c:pt>
                <c:pt idx="20">
                  <c:v>JPY/CNY</c:v>
                </c:pt>
                <c:pt idx="21">
                  <c:v>KRW/CNY </c:v>
                </c:pt>
                <c:pt idx="22">
                  <c:v>EUR/CNY</c:v>
                </c:pt>
                <c:pt idx="23">
                  <c:v>USD/CNY</c:v>
                </c:pt>
              </c:strCache>
            </c:strRef>
          </c:cat>
          <c:val>
            <c:numRef>
              <c:f>'2016'!$D$2:$D$25</c:f>
              <c:numCache>
                <c:formatCode>General</c:formatCode>
                <c:ptCount val="24"/>
                <c:pt idx="0">
                  <c:v>3.2599999999999999E-3</c:v>
                </c:pt>
                <c:pt idx="1">
                  <c:v>3.9500000000000004E-3</c:v>
                </c:pt>
                <c:pt idx="2">
                  <c:v>4.0299999999999997E-3</c:v>
                </c:pt>
                <c:pt idx="3">
                  <c:v>5.1799999999999997E-3</c:v>
                </c:pt>
                <c:pt idx="4">
                  <c:v>6.2300000000000003E-3</c:v>
                </c:pt>
                <c:pt idx="5">
                  <c:v>9.9699999999999997E-3</c:v>
                </c:pt>
                <c:pt idx="6">
                  <c:v>1.119E-2</c:v>
                </c:pt>
                <c:pt idx="7">
                  <c:v>1.404E-2</c:v>
                </c:pt>
                <c:pt idx="8">
                  <c:v>1.418E-2</c:v>
                </c:pt>
                <c:pt idx="9">
                  <c:v>2.393E-2</c:v>
                </c:pt>
                <c:pt idx="10">
                  <c:v>2.4330000000000001E-2</c:v>
                </c:pt>
                <c:pt idx="11">
                  <c:v>2.4479999999999998E-2</c:v>
                </c:pt>
                <c:pt idx="12">
                  <c:v>2.657E-2</c:v>
                </c:pt>
                <c:pt idx="13">
                  <c:v>2.7890000000000002E-2</c:v>
                </c:pt>
                <c:pt idx="14">
                  <c:v>2.9559999999999999E-2</c:v>
                </c:pt>
                <c:pt idx="15">
                  <c:v>2.9770000000000001E-2</c:v>
                </c:pt>
                <c:pt idx="16">
                  <c:v>3.4110000000000001E-2</c:v>
                </c:pt>
                <c:pt idx="17">
                  <c:v>4.6030000000000001E-2</c:v>
                </c:pt>
                <c:pt idx="18">
                  <c:v>5.1049999999999998E-2</c:v>
                </c:pt>
                <c:pt idx="19">
                  <c:v>5.4780000000000002E-2</c:v>
                </c:pt>
                <c:pt idx="20">
                  <c:v>8.9630000000000001E-2</c:v>
                </c:pt>
                <c:pt idx="21">
                  <c:v>9.0450000000000003E-2</c:v>
                </c:pt>
                <c:pt idx="22">
                  <c:v>0.18079000000000001</c:v>
                </c:pt>
                <c:pt idx="23">
                  <c:v>0.1946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10-6F4F-8FF1-4D7880F4C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92987471"/>
        <c:axId val="1692989183"/>
      </c:barChart>
      <c:catAx>
        <c:axId val="1692987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692989183"/>
        <c:crosses val="autoZero"/>
        <c:auto val="1"/>
        <c:lblAlgn val="ctr"/>
        <c:lblOffset val="100"/>
        <c:noMultiLvlLbl val="0"/>
      </c:catAx>
      <c:valAx>
        <c:axId val="1692989183"/>
        <c:scaling>
          <c:orientation val="minMax"/>
          <c:max val="0.3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69298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'2016'!$G$1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16F9-E840-8E70-718531218F5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6F9-E840-8E70-718531218F5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6F9-E840-8E70-718531218F5F}"/>
              </c:ext>
            </c:extLst>
          </c:dPt>
          <c:dPt>
            <c:idx val="10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F9-E840-8E70-718531218F5F}"/>
              </c:ext>
            </c:extLst>
          </c:dPt>
          <c:dPt>
            <c:idx val="11"/>
            <c:invertIfNegative val="0"/>
            <c:bubble3D val="0"/>
            <c:spPr>
              <a:solidFill>
                <a:srgbClr val="E6810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F9-E840-8E70-718531218F5F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F9-E840-8E70-718531218F5F}"/>
              </c:ext>
            </c:extLst>
          </c:dPt>
          <c:dLbls>
            <c:dLbl>
              <c:idx val="12"/>
              <c:tx>
                <c:rich>
                  <a:bodyPr/>
                  <a:lstStyle/>
                  <a:p>
                    <a:r>
                      <a:rPr lang="en-US" dirty="0"/>
                      <a:t>26.4%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6F9-E840-8E70-718531218F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'2016'!$F$2:$F$14</c:f>
              <c:strCache>
                <c:ptCount val="13"/>
                <c:pt idx="0">
                  <c:v>NZD/CNY</c:v>
                </c:pt>
                <c:pt idx="1">
                  <c:v>CHF/CNY</c:v>
                </c:pt>
                <c:pt idx="2">
                  <c:v>CAD/CNY</c:v>
                </c:pt>
                <c:pt idx="3">
                  <c:v>THB/CNY</c:v>
                </c:pt>
                <c:pt idx="4">
                  <c:v>SGD/CNY</c:v>
                </c:pt>
                <c:pt idx="5">
                  <c:v>GBP/CNY</c:v>
                </c:pt>
                <c:pt idx="6">
                  <c:v>RUB/CNY</c:v>
                </c:pt>
                <c:pt idx="7">
                  <c:v>MYR/CNY</c:v>
                </c:pt>
                <c:pt idx="8">
                  <c:v>AUD/CNY</c:v>
                </c:pt>
                <c:pt idx="9">
                  <c:v>HKD/CNY</c:v>
                </c:pt>
                <c:pt idx="10">
                  <c:v>JPY/CNY</c:v>
                </c:pt>
                <c:pt idx="11">
                  <c:v>EUR/CNY</c:v>
                </c:pt>
                <c:pt idx="12">
                  <c:v>USD/CNY</c:v>
                </c:pt>
              </c:strCache>
            </c:strRef>
          </c:cat>
          <c:val>
            <c:numRef>
              <c:f>'2016'!$G$2:$G$14</c:f>
              <c:numCache>
                <c:formatCode>General</c:formatCode>
                <c:ptCount val="13"/>
                <c:pt idx="0">
                  <c:v>6.4999999999999997E-3</c:v>
                </c:pt>
                <c:pt idx="1">
                  <c:v>1.5100000000000001E-2</c:v>
                </c:pt>
                <c:pt idx="2">
                  <c:v>2.53E-2</c:v>
                </c:pt>
                <c:pt idx="3">
                  <c:v>3.3300000000000003E-2</c:v>
                </c:pt>
                <c:pt idx="4">
                  <c:v>3.8199999999999998E-2</c:v>
                </c:pt>
                <c:pt idx="5">
                  <c:v>3.8600000000000002E-2</c:v>
                </c:pt>
                <c:pt idx="6">
                  <c:v>4.36E-2</c:v>
                </c:pt>
                <c:pt idx="7">
                  <c:v>4.6699999999999998E-2</c:v>
                </c:pt>
                <c:pt idx="8">
                  <c:v>6.2700000000000006E-2</c:v>
                </c:pt>
                <c:pt idx="9">
                  <c:v>6.5500000000000003E-2</c:v>
                </c:pt>
                <c:pt idx="10">
                  <c:v>0.14680000000000001</c:v>
                </c:pt>
                <c:pt idx="11">
                  <c:v>0.21390000000000001</c:v>
                </c:pt>
                <c:pt idx="12">
                  <c:v>0.26400000000000001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F9-E840-8E70-718531218F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47907103"/>
        <c:axId val="1348306175"/>
      </c:barChart>
      <c:catAx>
        <c:axId val="1347907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348306175"/>
        <c:crosses val="autoZero"/>
        <c:auto val="1"/>
        <c:lblAlgn val="ctr"/>
        <c:lblOffset val="100"/>
        <c:noMultiLvlLbl val="0"/>
      </c:catAx>
      <c:valAx>
        <c:axId val="13483061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347907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096-D740-A777-22D0D198AC97}"/>
              </c:ext>
            </c:extLst>
          </c:dPt>
          <c:dPt>
            <c:idx val="6"/>
            <c:invertIfNegative val="0"/>
            <c:bubble3D val="0"/>
            <c:spPr>
              <a:solidFill>
                <a:srgbClr val="E6810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E58-0447-9437-75647892D8A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E58-0447-9437-75647892D8A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Other Currencies</c:v>
                </c:pt>
                <c:pt idx="1">
                  <c:v>AUD</c:v>
                </c:pt>
                <c:pt idx="2">
                  <c:v>CAD</c:v>
                </c:pt>
                <c:pt idx="3">
                  <c:v>CNY</c:v>
                </c:pt>
                <c:pt idx="4">
                  <c:v>GBP</c:v>
                </c:pt>
                <c:pt idx="5">
                  <c:v>JPY</c:v>
                </c:pt>
                <c:pt idx="6">
                  <c:v>EUR</c:v>
                </c:pt>
                <c:pt idx="7">
                  <c:v>USD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3.9E-2</c:v>
                </c:pt>
                <c:pt idx="1">
                  <c:v>0.02</c:v>
                </c:pt>
                <c:pt idx="2">
                  <c:v>2.4E-2</c:v>
                </c:pt>
                <c:pt idx="3">
                  <c:v>2.5999999999999999E-2</c:v>
                </c:pt>
                <c:pt idx="4">
                  <c:v>4.9000000000000002E-2</c:v>
                </c:pt>
                <c:pt idx="5">
                  <c:v>5.5E-2</c:v>
                </c:pt>
                <c:pt idx="6">
                  <c:v>0.19800000000000001</c:v>
                </c:pt>
                <c:pt idx="7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8-0447-9437-75647892D8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12240016"/>
        <c:axId val="1112241616"/>
      </c:barChart>
      <c:catAx>
        <c:axId val="1112240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112241616"/>
        <c:crosses val="autoZero"/>
        <c:auto val="1"/>
        <c:lblAlgn val="ctr"/>
        <c:lblOffset val="100"/>
        <c:noMultiLvlLbl val="0"/>
      </c:catAx>
      <c:valAx>
        <c:axId val="1112241616"/>
        <c:scaling>
          <c:orientation val="minMax"/>
          <c:max val="0.65000000000000013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112240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Foreign Exchange Reserves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561-2647-9211-EF93B62BC1E3}"/>
              </c:ext>
            </c:extLst>
          </c:dPt>
          <c:dPt>
            <c:idx val="17"/>
            <c:invertIfNegative val="0"/>
            <c:bubble3D val="0"/>
            <c:spPr>
              <a:solidFill>
                <a:srgbClr val="E6810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561-2647-9211-EF93B62BC1E3}"/>
              </c:ext>
            </c:extLst>
          </c:dPt>
          <c:dPt>
            <c:idx val="1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561-2647-9211-EF93B62BC1E3}"/>
              </c:ext>
            </c:extLst>
          </c:dPt>
          <c:dLbls>
            <c:dLbl>
              <c:idx val="0"/>
              <c:layout>
                <c:manualLayout>
                  <c:x val="-1.0940889402230161E-2"/>
                  <c:y val="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561-2647-9211-EF93B62BC1E3}"/>
                </c:ext>
              </c:extLst>
            </c:dLbl>
            <c:dLbl>
              <c:idx val="1"/>
              <c:layout>
                <c:manualLayout>
                  <c:x val="-1.1241609576260036E-2"/>
                  <c:y val="3.040268233051051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561-2647-9211-EF93B62BC1E3}"/>
                </c:ext>
              </c:extLst>
            </c:dLbl>
            <c:dLbl>
              <c:idx val="2"/>
              <c:layout>
                <c:manualLayout>
                  <c:x val="-1.0329291668558352E-2"/>
                  <c:y val="3.040268233051051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561-2647-9211-EF93B62BC1E3}"/>
                </c:ext>
              </c:extLst>
            </c:dLbl>
            <c:dLbl>
              <c:idx val="3"/>
              <c:layout>
                <c:manualLayout>
                  <c:x val="-1.118081916236965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61-2647-9211-EF93B62BC1E3}"/>
                </c:ext>
              </c:extLst>
            </c:dLbl>
            <c:dLbl>
              <c:idx val="4"/>
              <c:layout>
                <c:manualLayout>
                  <c:x val="-1.118081916236965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561-2647-9211-EF93B62BC1E3}"/>
                </c:ext>
              </c:extLst>
            </c:dLbl>
            <c:dLbl>
              <c:idx val="5"/>
              <c:layout>
                <c:manualLayout>
                  <c:x val="-1.022848731134776E-2"/>
                  <c:y val="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561-2647-9211-EF93B62BC1E3}"/>
                </c:ext>
              </c:extLst>
            </c:dLbl>
            <c:dLbl>
              <c:idx val="6"/>
              <c:layout>
                <c:manualLayout>
                  <c:x val="-9.6058087933718807E-3"/>
                  <c:y val="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561-2647-9211-EF93B62BC1E3}"/>
                </c:ext>
              </c:extLst>
            </c:dLbl>
            <c:dLbl>
              <c:idx val="7"/>
              <c:layout>
                <c:manualLayout>
                  <c:x val="-1.1229297593699995E-2"/>
                  <c:y val="-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561-2647-9211-EF93B62BC1E3}"/>
                </c:ext>
              </c:extLst>
            </c:dLbl>
            <c:dLbl>
              <c:idx val="8"/>
              <c:layout>
                <c:manualLayout>
                  <c:x val="-9.504234937251211E-3"/>
                  <c:y val="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561-2647-9211-EF93B62BC1E3}"/>
                </c:ext>
              </c:extLst>
            </c:dLbl>
            <c:dLbl>
              <c:idx val="9"/>
              <c:layout>
                <c:manualLayout>
                  <c:x val="-8.8007590337248285E-3"/>
                  <c:y val="3.04026823305116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561-2647-9211-EF93B62BC1E3}"/>
                </c:ext>
              </c:extLst>
            </c:dLbl>
            <c:dLbl>
              <c:idx val="10"/>
              <c:layout>
                <c:manualLayout>
                  <c:x val="-4.9207916296986568E-3"/>
                  <c:y val="3.040268233051107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561-2647-9211-EF93B62BC1E3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$1.2T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61-2647-9211-EF93B62BC1E3}"/>
                </c:ext>
              </c:extLst>
            </c:dLbl>
            <c:dLbl>
              <c:idx val="18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defRPr>
                    </a:pPr>
                    <a:r>
                      <a:rPr lang="en-US" b="0">
                        <a:solidFill>
                          <a:schemeClr val="bg1"/>
                        </a:solidFill>
                      </a:rPr>
                      <a:t>$3.2T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561-2647-9211-EF93B62BC1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Sheet1!$A$2:$A$20</c:f>
              <c:strCache>
                <c:ptCount val="19"/>
                <c:pt idx="0">
                  <c:v>Indonesia</c:v>
                </c:pt>
                <c:pt idx="1">
                  <c:v>United Arab Emirates</c:v>
                </c:pt>
                <c:pt idx="2">
                  <c:v>Czech Republic</c:v>
                </c:pt>
                <c:pt idx="3">
                  <c:v>Mexico</c:v>
                </c:pt>
                <c:pt idx="4">
                  <c:v>Poland</c:v>
                </c:pt>
                <c:pt idx="5">
                  <c:v>United Kingdom</c:v>
                </c:pt>
                <c:pt idx="6">
                  <c:v>Israel</c:v>
                </c:pt>
                <c:pt idx="7">
                  <c:v>Thailand</c:v>
                </c:pt>
                <c:pt idx="8">
                  <c:v>United States</c:v>
                </c:pt>
                <c:pt idx="9">
                  <c:v>Singapore</c:v>
                </c:pt>
                <c:pt idx="10">
                  <c:v>Brazil</c:v>
                </c:pt>
                <c:pt idx="11">
                  <c:v>South Korea</c:v>
                </c:pt>
                <c:pt idx="12">
                  <c:v>Hong Kong</c:v>
                </c:pt>
                <c:pt idx="13">
                  <c:v>Russia</c:v>
                </c:pt>
                <c:pt idx="14">
                  <c:v>Saudi Arabia</c:v>
                </c:pt>
                <c:pt idx="15">
                  <c:v>India</c:v>
                </c:pt>
                <c:pt idx="16">
                  <c:v>Switzerland</c:v>
                </c:pt>
                <c:pt idx="17">
                  <c:v>Japan</c:v>
                </c:pt>
                <c:pt idx="18">
                  <c:v>China(Main Land)</c:v>
                </c:pt>
              </c:strCache>
            </c:strRef>
          </c:cat>
          <c:val>
            <c:numRef>
              <c:f>Sheet1!$B$2:$B$20</c:f>
              <c:numCache>
                <c:formatCode>\$0"B"</c:formatCode>
                <c:ptCount val="19"/>
                <c:pt idx="0">
                  <c:v>132.6</c:v>
                </c:pt>
                <c:pt idx="1">
                  <c:v>134.1</c:v>
                </c:pt>
                <c:pt idx="2">
                  <c:v>139.30000000000001</c:v>
                </c:pt>
                <c:pt idx="3">
                  <c:v>153.30000000000001</c:v>
                </c:pt>
                <c:pt idx="4">
                  <c:v>153.30000000000001</c:v>
                </c:pt>
                <c:pt idx="5">
                  <c:v>158.30000000000001</c:v>
                </c:pt>
                <c:pt idx="6">
                  <c:v>194.2</c:v>
                </c:pt>
                <c:pt idx="7">
                  <c:v>202.3</c:v>
                </c:pt>
                <c:pt idx="8">
                  <c:v>232.7</c:v>
                </c:pt>
                <c:pt idx="9">
                  <c:v>287.7</c:v>
                </c:pt>
                <c:pt idx="10">
                  <c:v>317.10000000000002</c:v>
                </c:pt>
                <c:pt idx="11">
                  <c:v>417.3</c:v>
                </c:pt>
                <c:pt idx="12">
                  <c:v>423.9</c:v>
                </c:pt>
                <c:pt idx="13">
                  <c:v>445.8</c:v>
                </c:pt>
                <c:pt idx="14">
                  <c:v>459.4</c:v>
                </c:pt>
                <c:pt idx="15">
                  <c:v>521.4</c:v>
                </c:pt>
                <c:pt idx="16">
                  <c:v>863</c:v>
                </c:pt>
                <c:pt idx="17">
                  <c:v>1200</c:v>
                </c:pt>
                <c:pt idx="18">
                  <c:v>3754.9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561-2647-9211-EF93B62BC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58"/>
        <c:axId val="1564342096"/>
        <c:axId val="1263155472"/>
      </c:barChart>
      <c:catAx>
        <c:axId val="1564342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CN"/>
          </a:p>
        </c:txPr>
        <c:crossAx val="1263155472"/>
        <c:crosses val="autoZero"/>
        <c:auto val="1"/>
        <c:lblAlgn val="ctr"/>
        <c:lblOffset val="100"/>
        <c:noMultiLvlLbl val="0"/>
      </c:catAx>
      <c:valAx>
        <c:axId val="1263155472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prstDash val="dash"/>
              <a:round/>
            </a:ln>
            <a:effectLst/>
          </c:spPr>
        </c:majorGridlines>
        <c:numFmt formatCode="\$0&quot;B&quot;" sourceLinked="1"/>
        <c:majorTickMark val="none"/>
        <c:minorTickMark val="none"/>
        <c:tickLblPos val="nextTo"/>
        <c:crossAx val="1564342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Sheet1!$C$2:$C$189</cx:f>
        <cx:lvl ptCount="188" formatCode="#,##0.00_ ">
          <cx:pt idx="0">15.23</cx:pt>
          <cx:pt idx="1">13.52</cx:pt>
          <cx:pt idx="2">23.329999999999998</cx:pt>
          <cx:pt idx="3">21.579999999999998</cx:pt>
          <cx:pt idx="4">31.469999999999999</cx:pt>
          <cx:pt idx="5">19.050000000000001</cx:pt>
          <cx:pt idx="6">19.870000000000001</cx:pt>
          <cx:pt idx="7">25.399999999999999</cx:pt>
          <cx:pt idx="8">22.68</cx:pt>
          <cx:pt idx="9">38.270000000000003</cx:pt>
          <cx:pt idx="10">5.0599999999999996</cx:pt>
          <cx:pt idx="11">5.7199999999999998</cx:pt>
          <cx:pt idx="12">12.44</cx:pt>
          <cx:pt idx="13">7.3799999999999999</cx:pt>
          <cx:pt idx="14">22.649999999999999</cx:pt>
          <cx:pt idx="15">9.1999999999999993</cx:pt>
          <cx:pt idx="16">19.98</cx:pt>
          <cx:pt idx="17">7.9800000000000004</cx:pt>
          <cx:pt idx="18">18.59</cx:pt>
          <cx:pt idx="19">13.609999999999999</cx:pt>
          <cx:pt idx="20">21.420000000000002</cx:pt>
          <cx:pt idx="21">38.890000000000001</cx:pt>
          <cx:pt idx="22">31.550000000000001</cx:pt>
          <cx:pt idx="23">21.129999999999999</cx:pt>
          <cx:pt idx="24">27.329999999999998</cx:pt>
          <cx:pt idx="25">32.270000000000003</cx:pt>
          <cx:pt idx="26">13.109999999999999</cx:pt>
          <cx:pt idx="27">9.8000000000000007</cx:pt>
          <cx:pt idx="28">22.09</cx:pt>
          <cx:pt idx="29">29.199999999999999</cx:pt>
          <cx:pt idx="30">22.199999999999999</cx:pt>
          <cx:pt idx="31">22</cx:pt>
          <cx:pt idx="32">21.170000000000002</cx:pt>
          <cx:pt idx="33">47.460000000000001</cx:pt>
          <cx:pt idx="34">24.66</cx:pt>
          <cx:pt idx="35">31.579999999999998</cx:pt>
          <cx:pt idx="36">-12.4</cx:pt>
          <cx:pt idx="37">6.7599999999999998</cx:pt>
          <cx:pt idx="38">-4.5800000000000001</cx:pt>
          <cx:pt idx="39">10.140000000000001</cx:pt>
          <cx:pt idx="40">22.300000000000001</cx:pt>
          <cx:pt idx="41">21.399999999999999</cx:pt>
          <cx:pt idx="42">15.960000000000001</cx:pt>
          <cx:pt idx="43">27.940000000000001</cx:pt>
          <cx:pt idx="44">2.8999999999999999</cx:pt>
          <cx:pt idx="45">57.340000000000003</cx:pt>
          <cx:pt idx="46">48.689999999999998</cx:pt>
          <cx:pt idx="47">57.200000000000003</cx:pt>
          <cx:pt idx="48">-0.23000000000000001</cx:pt>
          <cx:pt idx="49">-78.719999999999999</cx:pt>
          <cx:pt idx="50">-5.4000000000000004</cx:pt>
          <cx:pt idx="51">-22.550000000000001</cx:pt>
          <cx:pt idx="52">21.039999999999999</cx:pt>
          <cx:pt idx="53">18.43</cx:pt>
          <cx:pt idx="54">20.329999999999998</cx:pt>
          <cx:pt idx="55">44.899999999999999</cx:pt>
          <cx:pt idx="56">49.920000000000002</cx:pt>
          <cx:pt idx="57">70.930000000000007</cx:pt>
          <cx:pt idx="58">98.950000000000003</cx:pt>
          <cx:pt idx="59">110.76000000000001</cx:pt>
          <cx:pt idx="60">64.939999999999998</cx:pt>
          <cx:pt idx="61">43.57</cx:pt>
          <cx:pt idx="62">57.329999999999998</cx:pt>
          <cx:pt idx="63">45.909999999999997</cx:pt>
          <cx:pt idx="64">89.879999999999995</cx:pt>
          <cx:pt idx="65">96.780000000000001</cx:pt>
          <cx:pt idx="66">105.45</cx:pt>
          <cx:pt idx="67">105.93000000000001</cx:pt>
          <cx:pt idx="68">75.700000000000003</cx:pt>
          <cx:pt idx="69">120.16</cx:pt>
          <cx:pt idx="70">105.31</cx:pt>
          <cx:pt idx="71">110.09999999999999</cx:pt>
          <cx:pt idx="72">94.920000000000002</cx:pt>
          <cx:pt idx="73">24.239999999999998</cx:pt>
          <cx:pt idx="74">111.89</cx:pt>
          <cx:pt idx="75">104.56999999999999</cx:pt>
          <cx:pt idx="76">130.03999999999999</cx:pt>
          <cx:pt idx="77">145.03</cx:pt>
          <cx:pt idx="78">146.22999999999999</cx:pt>
          <cx:pt idx="79">187.96000000000001</cx:pt>
          <cx:pt idx="80">153</cx:pt>
          <cx:pt idx="81">238.28999999999999</cx:pt>
          <cx:pt idx="82">229.28</cx:pt>
          <cx:pt idx="83">209.97</cx:pt>
          <cx:pt idx="84">158.68000000000001</cx:pt>
          <cx:pt idx="85">237.91</cx:pt>
          <cx:pt idx="86">68.900000000000006</cx:pt>
          <cx:pt idx="87">167.34</cx:pt>
          <cx:pt idx="88">224.30000000000001</cx:pt>
          <cx:pt idx="89">269.25</cx:pt>
          <cx:pt idx="90">244.83000000000001</cx:pt>
          <cx:pt idx="91">252</cx:pt>
          <cx:pt idx="92">240.88</cx:pt>
          <cx:pt idx="93">271.98000000000002</cx:pt>
          <cx:pt idx="94">263.88999999999999</cx:pt>
          <cx:pt idx="95">226.88999999999999</cx:pt>
          <cx:pt idx="96">194.75</cx:pt>
          <cx:pt idx="97">82.150000000000006</cx:pt>
          <cx:pt idx="98">131.33000000000001</cx:pt>
          <cx:pt idx="99">166.11000000000001</cx:pt>
          <cx:pt idx="100">199.18000000000001</cx:pt>
          <cx:pt idx="101">208.74000000000001</cx:pt>
          <cx:pt idx="102">254.25</cx:pt>
          <cx:pt idx="103">293.88</cx:pt>
          <cx:pt idx="104">299.67000000000002</cx:pt>
          <cx:pt idx="105">357.83999999999997</cx:pt>
          <cx:pt idx="106">403.27999999999997</cx:pt>
          <cx:pt idx="107">390.08999999999997</cx:pt>
          <cx:pt idx="108">391.13</cx:pt>
          <cx:pt idx="109">48.07</cx:pt>
          <cx:pt idx="110">183.68000000000001</cx:pt>
          <cx:pt idx="111">129.40000000000001</cx:pt>
          <cx:pt idx="112">130.34</cx:pt>
          <cx:pt idx="113">79.469999999999999</cx:pt>
          <cx:pt idx="114">102.40000000000001</cx:pt>
          <cx:pt idx="115">154.19999999999999</cx:pt>
          <cx:pt idx="116">126.66</cx:pt>
          <cx:pt idx="117">237.94</cx:pt>
          <cx:pt idx="118">189.68000000000001</cx:pt>
          <cx:pt idx="119">183.91</cx:pt>
          <cx:pt idx="120">139.59999999999999</cx:pt>
          <cx:pt idx="121">73.370000000000005</cx:pt>
          <cx:pt idx="122">-74.079999999999998</cx:pt>
          <cx:pt idx="123">14.1</cx:pt>
          <cx:pt idx="124">194.49000000000001</cx:pt>
          <cx:pt idx="125">201.86000000000001</cx:pt>
          <cx:pt idx="126">285.44</cx:pt>
          <cx:pt idx="127">197.56</cx:pt>
          <cx:pt idx="128">165.63</cx:pt>
          <cx:pt idx="129">268.06</cx:pt>
          <cx:pt idx="130">222.94</cx:pt>
          <cx:pt idx="131">126.08</cx:pt>
          <cx:pt idx="132">57.82</cx:pt>
          <cx:pt idx="133">-78.730000000000004</cx:pt>
          <cx:pt idx="134">-1.8999999999999999</cx:pt>
          <cx:pt idx="135">112.22</cx:pt>
          <cx:pt idx="136">129.28999999999999</cx:pt>
          <cx:pt idx="137">221.93000000000001</cx:pt>
          <cx:pt idx="138">301.36000000000001</cx:pt>
          <cx:pt idx="139">178.55000000000001</cx:pt>
          <cx:pt idx="140">145.86000000000001</cx:pt>
          <cx:pt idx="141">171.34</cx:pt>
          <cx:pt idx="142">146.63999999999999</cx:pt>
          <cx:pt idx="143">164.59999999999999</cx:pt>
          <cx:pt idx="144">270.13999999999999</cx:pt>
          <cx:pt idx="145">-320.01999999999998</cx:pt>
          <cx:pt idx="146">51.829999999999998</cx:pt>
          <cx:pt idx="147">185.55000000000001</cx:pt>
          <cx:pt idx="148">181.84999999999999</cx:pt>
          <cx:pt idx="149">316.49000000000001</cx:pt>
          <cx:pt idx="150">253.00999999999999</cx:pt>
          <cx:pt idx="151">264.18000000000001</cx:pt>
          <cx:pt idx="152">274.63999999999999</cx:pt>
          <cx:pt idx="153">320.69999999999999</cx:pt>
          <cx:pt idx="154">194.81</cx:pt>
          <cx:pt idx="155">309.91000000000003</cx:pt>
          <cx:pt idx="156">280.88999999999999</cx:pt>
          <cx:pt idx="157">148.83000000000001</cx:pt>
          <cx:pt idx="158">-9.0600000000000005</cx:pt>
          <cx:pt idx="159">183.62</cx:pt>
          <cx:pt idx="160">206.59</cx:pt>
          <cx:pt idx="161">272.67000000000002</cx:pt>
          <cx:pt idx="162">177.58000000000001</cx:pt>
          <cx:pt idx="163">281.32999999999998</cx:pt>
          <cx:pt idx="164">147.53</cx:pt>
          <cx:pt idx="165">310.35000000000002</cx:pt>
          <cx:pt idx="166">337.52999999999997</cx:pt>
          <cx:pt idx="167">252.28999999999999</cx:pt>
          <cx:pt idx="168">320.22660000000002</cx:pt>
          <cx:pt idx="169">-225.68969999999999</cx:pt>
          <cx:pt idx="170">79.846500000000006</cx:pt>
          <cx:pt idx="171">186.63659999999999</cx:pt>
          <cx:pt idx="172">362.39389999999997</cx:pt>
          <cx:pt idx="173">318.94170000000003</cx:pt>
          <cx:pt idx="174">473.5299</cx:pt>
          <cx:pt idx="175">498.76119999999997</cx:pt>
          <cx:pt idx="176">312.13310000000001</cx:pt>
          <cx:pt idx="177">456.9939</cx:pt>
          <cx:pt idx="178">547.64559999999994</cx:pt>
          <cx:pt idx="179">499.16120000000001</cx:pt>
          <cx:pt idx="180">593.14779999999996</cx:pt>
          <cx:pt idx="181">604.62099999999998</cx:pt>
          <cx:pt idx="182">25.160399999999999</cx:pt>
          <cx:pt idx="183">332.01530000000002</cx:pt>
          <cx:pt idx="184">571.54570000000001</cx:pt>
          <cx:pt idx="185">451.98149999999998</cx:pt>
          <cx:pt idx="186">418.6952</cx:pt>
          <cx:pt idx="187">596.88189999999997</cx:pt>
        </cx:lvl>
      </cx:numDim>
    </cx:data>
    <cx:data id="1">
      <cx:numDim type="val">
        <cx:f>Sheet1!$D$2:$D$189</cx:f>
        <cx:lvl ptCount="188" formatCode="#,##0.00_ ">
          <cx:pt idx="0">596.05539999999996</cx:pt>
          <cx:pt idx="1">612.8623</cx:pt>
          <cx:pt idx="2">539.76490000000001</cx:pt>
          <cx:pt idx="3">596.30579999999998</cx:pt>
          <cx:pt idx="4">568.51980000000003</cx:pt>
          <cx:pt idx="5">281.49059999999997</cx:pt>
          <cx:pt idx="6">249.10409999999999</cx:pt>
          <cx:pt idx="7">398.59480000000002</cx:pt>
          <cx:pt idx="8">448.42619999999999</cx:pt>
          <cx:pt idx="9">453.42239999999998</cx:pt>
          <cx:pt idx="10">483.4708</cx:pt>
          <cx:pt idx="11">500.96620000000001</cx:pt>
          <cx:pt idx="12">404.30200000000002</cx:pt>
          <cx:pt idx="13">481.65140000000002</cx:pt>
          <cx:pt idx="14">430.83929999999998</cx:pt>
          <cx:pt idx="15">396.26220000000001</cx:pt>
          <cx:pt idx="16">486.76999999999998</cx:pt>
          <cx:pt idx="17">-109.39</cx:pt>
          <cx:pt idx="18">227.06999999999999</cx:pt>
          <cx:pt idx="19">365.12</cx:pt>
          <cx:pt idx="20">399.23000000000002</cx:pt>
          <cx:pt idx="21">412.18000000000001</cx:pt>
          <cx:pt idx="22">448.5</cx:pt>
          <cx:pt idx="23">400.45999999999998</cx:pt>
          <cx:pt idx="24">273.75999999999999</cx:pt>
          <cx:pt idx="25">368.99000000000001</cx:pt>
          <cx:pt idx="26">384.32999999999998</cx:pt>
          <cx:pt idx="27">538.5</cx:pt>
          <cx:pt idx="28">183.19</cx:pt>
          <cx:pt idx="29">322.04000000000002</cx:pt>
          <cx:pt idx="30">-57.939999999999998</cx:pt>
          <cx:pt idx="31">262.17000000000002</cx:pt>
          <cx:pt idx="32">234.15000000000001</cx:pt>
          <cx:pt idx="33">409.06</cx:pt>
          <cx:pt idx="34">274.88</cx:pt>
          <cx:pt idx="35">262.97000000000003</cx:pt>
          <cx:pt idx="36">302.63</cx:pt>
          <cx:pt idx="37">329.74000000000001</cx:pt>
          <cx:pt idx="38">418.58999999999997</cx:pt>
          <cx:pt idx="39">568</cx:pt>
          <cx:pt idx="40">383.38</cx:pt>
          <cx:pt idx="41">29.59</cx:pt>
          <cx:pt idx="42">313.67000000000002</cx:pt>
          <cx:pt idx="43">130.74000000000001</cx:pt>
          <cx:pt idx="44">411.44999999999999</cx:pt>
          <cx:pt idx="45">496.49000000000001</cx:pt>
          <cx:pt idx="46">440.14999999999998</cx:pt>
          <cx:pt idx="47">347.16000000000003</cx:pt>
          <cx:pt idx="48">390.77999999999997</cx:pt>
          <cx:pt idx="49">423.07999999999998</cx:pt>
          <cx:pt idx="50">371.75999999999999</cx:pt>
          <cx:pt idx="51">472.48000000000002</cx:pt>
          <cx:pt idx="52">546.66999999999996</cx:pt>
          <cx:pt idx="53">-619.91999999999996</cx:pt>
          <cx:pt idx="54">199.69</cx:pt>
          <cx:pt idx="55">449.37</cx:pt>
          <cx:pt idx="56">616.16999999999996</cx:pt>
          <cx:pt idx="57">446.80000000000001</cx:pt>
          <cx:pt idx="58">603.09000000000003</cx:pt>
          <cx:pt idx="59">571.00999999999999</cx:pt>
          <cx:pt idx="60">353.44</cx:pt>
          <cx:pt idx="61">573.22000000000003</cx:pt>
          <cx:pt idx="62">742.49000000000001</cx:pt>
          <cx:pt idx="63">757.89999999999998</cx:pt>
          <cx:pt idx="64">614.07000000000005</cx:pt>
          <cx:pt idx="65">350.06999999999999</cx:pt>
          <cx:pt idx="66">115.52</cx:pt>
          <cx:pt idx="67">404.73000000000002</cx:pt>
          <cx:pt idx="68">428.35000000000002</cx:pt>
          <cx:pt idx="69">494.38999999999999</cx:pt>
          <cx:pt idx="70">548.39999999999998</cx:pt>
          <cx:pt idx="71">584.45000000000005</cx:pt>
          <cx:pt idx="72">675.37</cx:pt>
          <cx:pt idx="73">844.05999999999995</cx:pt>
          <cx:pt idx="74">712.64999999999998</cx:pt>
          <cx:pt idx="75">932.08000000000004</cx:pt>
          <cx:pt idx="76">793.05999999999995</cx:pt>
          <cx:pt idx="77">261.75999999999999</cx:pt>
          <cx:pt idx="78">428.52999999999997</cx:pt>
          <cx:pt idx="79">462.91000000000003</cx:pt>
          <cx:pt idx="80">761.11000000000001</cx:pt>
          <cx:pt idx="81">933.07000000000005</cx:pt>
          <cx:pt idx="82">982.39999999999998</cx:pt>
          <cx:pt idx="83">769.95000000000005</cx:pt>
          <cx:pt idx="84">821.50999999999999</cx:pt>
          <cx:pt idx="85">817.07000000000005</cx:pt>
          <cx:pt idx="86">657.85000000000002</cx:pt>
          <cx:pt idx="87">690.07000000000005</cx:pt>
          <cx:pt idx="88">918.62</cx:pt>
          <cx:pt idx="89">120.2</cx:pt>
          <cx:pt idx="90">770.73000000000002</cx:pt>
          <cx:pt idx="91">850.48000000000002</cx:pt>
          <cx:pt idx="92">651.51999999999998</cx:pt>
          <cx:pt idx="93">695.58000000000004</cx:pt>
          <cx:pt idx="94">793.96000000000004</cx:pt>
          <cx:pt idx="95">672.19000000000005</cx:pt>
          <cx:pt idx="96">751.20000000000005</cx:pt>
          <cx:pt idx="97">558.62</cx:pt>
          <cx:pt idx="98">690.64999999999998</cx:pt>
          <cx:pt idx="99">747.26999999999998</cx:pt>
          <cx:pt idx="100">836.78999999999996</cx:pt>
          <cx:pt idx="101">408.33013</cx:pt>
          <cx:pt idx="102">574.00999999999999</cx:pt>
          <cx:pt idx="103">713.20000000000005</cx:pt>
          <cx:pt idx="104">816.08000000000004</cx:pt>
          <cx:pt idx="105">987.36000000000001</cx:pt>
          <cx:pt idx="106">850.55999999999995</cx:pt>
          <cx:pt idx="107">912.09000000000003</cx:pt>
          <cx:pt idx="108">816.73000000000002</cx:pt>
          <cx:pt idx="109">957.14999999999998</cx:pt>
          <cx:pt idx="110">974.42999999999995</cx:pt>
        </cx:lvl>
      </cx:numDim>
    </cx:data>
  </cx:chartData>
  <cx:chart>
    <cx:plotArea>
      <cx:plotAreaRegion>
        <cx:series layoutId="boxWhisker" uniqueId="{AFF0DA3D-1929-6F42-A35E-C3E2E86A4689}">
          <cx:tx>
            <cx:txData>
              <cx:f>Sheet1!$C$1</cx:f>
              <cx:v>Pre-2015 Policy</cx:v>
            </cx:txData>
          </cx:tx>
          <cx:spPr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E539D6BD-88C6-304A-B645-72D12524CA8D}">
          <cx:tx>
            <cx:txData>
              <cx:f>Sheet1!$D$1</cx:f>
              <cx:v>Post-2015 Policy</cx:v>
            </cx:txData>
          </cx:tx>
          <cx:spPr>
            <a:solidFill>
              <a:srgbClr val="E68109"/>
            </a:solidFill>
            <a:ln>
              <a:solidFill>
                <a:schemeClr val="accent4">
                  <a:lumMod val="50000"/>
                </a:schemeClr>
              </a:solidFill>
            </a:ln>
          </cx:spPr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CN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  <cx:axis id="1">
        <cx:valScaling/>
        <cx:majorGridlines>
          <cx:spPr>
            <a:ln>
              <a:solidFill>
                <a:schemeClr val="bg1">
                  <a:lumMod val="75000"/>
                </a:schemeClr>
              </a:solidFill>
              <a:prstDash val="dash"/>
            </a:ln>
          </cx:spPr>
        </cx:majorGridlines>
        <cx:tickLabels/>
        <cx:numFmt formatCode="#,##0" sourceLinked="0"/>
        <cx:txPr>
          <a:bodyPr vertOverflow="overflow" horzOverflow="overflow" wrap="square" lIns="0" tIns="0" rIns="0" bIns="0"/>
          <a:lstStyle/>
          <a:p>
            <a:pPr algn="ctr" rtl="0">
              <a:defRPr sz="12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CN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938A-EB1D-DF44-973E-DA2B9D44EF7D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60814-CF8D-FB4B-8F69-BC4B3136C79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469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60814-CF8D-FB4B-8F69-BC4B3136C793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345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6150-C98F-7F47-B3AA-350E47516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032B7-9815-6C4E-A7D8-00B936F29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A47F-5803-634C-B64E-B46B411C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FB594-FFE5-BA48-AD5D-C566C21B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20E6-0FBE-7C43-B107-A97885BF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994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8402-E333-2645-8098-B6289F47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F373-792C-984B-8B37-8954F5B00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F357C-5B44-E343-9DDD-174FC3B1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B1F7F-94A1-8749-8C3A-7DDCD01A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072A-BF28-7A4F-9018-DF31DD3A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482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CE62-965C-F449-8EF2-113714D8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99AD9-55A6-FC47-B98C-0AA99C666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0680-B507-5C42-92B5-1E107938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24B2D-C873-F946-92D6-02CD6F3C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B0AB-D2C9-D54F-941A-1326E070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9621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729F-0329-2B40-AB60-C0A32CBF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E39-C8B2-184B-965E-FA948DA3A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F52C-29B0-E44B-9E3D-B312801A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3A3C9-DA75-E94A-8452-B779626D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65010-7350-8A43-A099-F0DEEF5E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B0CD0-2AEE-F14F-A492-9F09B4EC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953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4310-6880-0049-AC51-4339853E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656F3-4470-0F40-94AB-DD5FE0EA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C0677-A3E2-294C-9351-906528485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17660-F89D-3F43-ACD0-51F1A86A9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9E240-E2FF-014E-B296-92AD70AE4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B6AD6-A484-B44D-8E43-9C208AB9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479D57-96E0-064B-8873-3A1470FD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388EE-F979-574D-BD56-716459FF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29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6E28-1827-A74B-BFCE-23C4D4A6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EBBC1-FA43-204C-A30B-459C5881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005F5-3381-2743-8C0A-059E79E5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615D6-51FC-1841-9806-D24F671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022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102CF-46A9-C64A-8228-FEE82610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15D06-5913-5841-8599-7CFF91F9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6B91-AA5E-D24B-B61C-0E4AE130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425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3D4D-BE77-B942-ABDE-A291554C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34EE-BC0F-1D49-9193-74B12F076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6B035-59A6-E947-83A3-37D08D29F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BACD7-02C8-E740-B1A5-5BEDDB2D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2D8E0-75C9-0D46-AD17-A938BFF6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538A9-8D1C-D84F-AAAF-C5080A9E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780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1CDE-F82F-DD4B-AD64-532D61B1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E97EE-D903-B347-87C7-69C89ED19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841FD-D58E-9443-846A-9EAC2C4A4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BA974-57BC-BE44-872E-30D47CC4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AE094-9154-0445-B4A0-CA6E1F5D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A8DBE-CB54-124F-93F0-E8C2BA1B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1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DABD-AB95-C44E-8042-D39B5125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7329B-6511-9E4F-B09F-B7E400433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263F-E0BE-C54C-AF58-1863699B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9423-7D37-2B4E-B15D-296BB246A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3013-7649-5D49-B42A-5A6CB79E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372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FFEDCE-25FA-EE4B-9A0E-7CE6F8690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E0AFC-75E9-B644-8A2C-B785A4449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E44D7-B3B7-D743-94ED-60B9C2A1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F82B-85C5-B040-9F83-13CF3338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0F3D-7AC8-114B-91F1-514F2AA2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6854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AE538-6176-D94F-B73F-6055B36A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F3542-656D-0341-B126-2B9FBBCE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19B00-5E3B-E24A-93B4-57F6904D1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2A1D6-A8BB-8049-9211-26FB059DAFA7}" type="datetimeFigureOut">
              <a:rPr lang="en-CN" smtClean="0"/>
              <a:t>2025/1/10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2BC4A-A910-6249-93C5-C81D8A773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FA770-5D9E-DB4D-8D5D-ED7FF9E5E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CB31-ACC1-F74D-9480-62D08A76C3C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017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8A8EA2C-4AB6-2544-8380-B7B0F635E3C0}"/>
              </a:ext>
            </a:extLst>
          </p:cNvPr>
          <p:cNvGrpSpPr/>
          <p:nvPr/>
        </p:nvGrpSpPr>
        <p:grpSpPr>
          <a:xfrm>
            <a:off x="781781" y="853221"/>
            <a:ext cx="10628438" cy="5151557"/>
            <a:chOff x="781781" y="699331"/>
            <a:chExt cx="10628438" cy="515155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60CE48-01C4-C045-8378-EFC4DE116A0A}"/>
                </a:ext>
              </a:extLst>
            </p:cNvPr>
            <p:cNvSpPr txBox="1"/>
            <p:nvPr/>
          </p:nvSpPr>
          <p:spPr>
            <a:xfrm>
              <a:off x="781781" y="699331"/>
              <a:ext cx="1096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USD Billion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7E0DE1-6E4C-F543-8425-234DA4A8D4E8}"/>
                </a:ext>
              </a:extLst>
            </p:cNvPr>
            <p:cNvSpPr txBox="1"/>
            <p:nvPr/>
          </p:nvSpPr>
          <p:spPr>
            <a:xfrm>
              <a:off x="10443288" y="699332"/>
              <a:ext cx="9669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USD Billion</a:t>
              </a:r>
            </a:p>
          </p:txBody>
        </p:sp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0FD5EAFC-A060-8F41-8AE9-72E7AC553F4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66686979"/>
                </p:ext>
              </p:extLst>
            </p:nvPr>
          </p:nvGraphicFramePr>
          <p:xfrm>
            <a:off x="781781" y="1007109"/>
            <a:ext cx="10628438" cy="48437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277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8036B5-78F7-B640-ACAA-4DBE8D1E1AB5}"/>
              </a:ext>
            </a:extLst>
          </p:cNvPr>
          <p:cNvSpPr/>
          <p:nvPr/>
        </p:nvSpPr>
        <p:spPr>
          <a:xfrm>
            <a:off x="2048105" y="429322"/>
            <a:ext cx="8095786" cy="5999356"/>
          </a:xfrm>
          <a:prstGeom prst="roundRect">
            <a:avLst>
              <a:gd name="adj" fmla="val 12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A7345D9-3FAF-FB43-A2F1-CB30E88C80D1}"/>
              </a:ext>
            </a:extLst>
          </p:cNvPr>
          <p:cNvSpPr/>
          <p:nvPr/>
        </p:nvSpPr>
        <p:spPr>
          <a:xfrm>
            <a:off x="2299501" y="4024229"/>
            <a:ext cx="7592993" cy="2259763"/>
          </a:xfrm>
          <a:prstGeom prst="roundRect">
            <a:avLst>
              <a:gd name="adj" fmla="val 12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Reforms Proposal</a:t>
            </a:r>
            <a:endParaRPr lang="en-CN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1911C4-F1F7-CB46-AA29-22815AF5A3B5}"/>
              </a:ext>
            </a:extLst>
          </p:cNvPr>
          <p:cNvSpPr/>
          <p:nvPr/>
        </p:nvSpPr>
        <p:spPr>
          <a:xfrm>
            <a:off x="2299501" y="574007"/>
            <a:ext cx="7592993" cy="1745446"/>
          </a:xfrm>
          <a:prstGeom prst="roundRect">
            <a:avLst>
              <a:gd name="adj" fmla="val 1247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Q1.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and evaluation of 2015 foreign exchange reforms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6613BB-AA61-5444-9FAF-F3E7F343BB6D}"/>
              </a:ext>
            </a:extLst>
          </p:cNvPr>
          <p:cNvSpPr/>
          <p:nvPr/>
        </p:nvSpPr>
        <p:spPr>
          <a:xfrm>
            <a:off x="2295770" y="2553718"/>
            <a:ext cx="7592993" cy="1236246"/>
          </a:xfrm>
          <a:prstGeom prst="roundRect">
            <a:avLst>
              <a:gd name="adj" fmla="val 1247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Q3.</a:t>
            </a:r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exchange market regulation comparison 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92B57A-DDF1-B649-850C-8AC4F61127C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6092267" y="2319453"/>
            <a:ext cx="3731" cy="2342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9B9D54-DD9D-2142-866C-7E7D5EAA0419}"/>
              </a:ext>
            </a:extLst>
          </p:cNvPr>
          <p:cNvSpPr/>
          <p:nvPr/>
        </p:nvSpPr>
        <p:spPr>
          <a:xfrm>
            <a:off x="2533984" y="4447486"/>
            <a:ext cx="7124018" cy="525957"/>
          </a:xfrm>
          <a:prstGeom prst="roundRect">
            <a:avLst>
              <a:gd name="adj" fmla="val 1247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Changes for regulatory agencies: for PBOC, NFRA and the CSRC </a:t>
            </a:r>
            <a:endParaRPr lang="en-CN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BFF230-44DB-0D42-A969-07E204AA7E4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92267" y="3789964"/>
            <a:ext cx="3731" cy="2342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C03D48-5B9F-E248-82E4-F21EC4EDB758}"/>
              </a:ext>
            </a:extLst>
          </p:cNvPr>
          <p:cNvSpPr/>
          <p:nvPr/>
        </p:nvSpPr>
        <p:spPr>
          <a:xfrm>
            <a:off x="2530256" y="1056302"/>
            <a:ext cx="7124023" cy="539298"/>
          </a:xfrm>
          <a:prstGeom prst="roundRect">
            <a:avLst>
              <a:gd name="adj" fmla="val 1247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of  2015 foreign exchange reforms.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C394EF-885B-644D-BCCD-082C3F30E145}"/>
              </a:ext>
            </a:extLst>
          </p:cNvPr>
          <p:cNvSpPr/>
          <p:nvPr/>
        </p:nvSpPr>
        <p:spPr>
          <a:xfrm>
            <a:off x="2533985" y="1639715"/>
            <a:ext cx="3432969" cy="539298"/>
          </a:xfrm>
          <a:prstGeom prst="roundRect">
            <a:avLst>
              <a:gd name="adj" fmla="val 1247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specific impacts of the reforms.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7BF4378-1715-8F46-BC14-8D3EB9C071DB}"/>
              </a:ext>
            </a:extLst>
          </p:cNvPr>
          <p:cNvSpPr/>
          <p:nvPr/>
        </p:nvSpPr>
        <p:spPr>
          <a:xfrm>
            <a:off x="6225039" y="1639715"/>
            <a:ext cx="3432969" cy="539298"/>
          </a:xfrm>
          <a:prstGeom prst="roundRect">
            <a:avLst>
              <a:gd name="adj" fmla="val 1247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based on the first trade war.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880F5E-5C26-3C4B-894D-5FB0CCFAEE89}"/>
              </a:ext>
            </a:extLst>
          </p:cNvPr>
          <p:cNvSpPr/>
          <p:nvPr/>
        </p:nvSpPr>
        <p:spPr>
          <a:xfrm>
            <a:off x="2530262" y="2998274"/>
            <a:ext cx="7124017" cy="653360"/>
          </a:xfrm>
          <a:prstGeom prst="roundRect">
            <a:avLst>
              <a:gd name="adj" fmla="val 124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relevant policies and draw references from them. Especially focus on the strength of the US and HK, and the shortcoming of CHINA.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8220D4D-BE6B-4F4A-AB6E-C7BB54727EFA}"/>
              </a:ext>
            </a:extLst>
          </p:cNvPr>
          <p:cNvSpPr/>
          <p:nvPr/>
        </p:nvSpPr>
        <p:spPr>
          <a:xfrm>
            <a:off x="2530261" y="5017558"/>
            <a:ext cx="7124018" cy="525957"/>
          </a:xfrm>
          <a:prstGeom prst="roundRect">
            <a:avLst>
              <a:gd name="adj" fmla="val 1247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Reforms for financial regulation</a:t>
            </a:r>
            <a:r>
              <a:rPr lang="en-CN" sz="1600" dirty="0">
                <a:solidFill>
                  <a:schemeClr val="tx1"/>
                </a:solidFill>
                <a:effectLst/>
              </a:rPr>
              <a:t> </a:t>
            </a:r>
            <a:endParaRPr lang="en-CN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1FD799E-F433-194B-968A-D05105C746E7}"/>
              </a:ext>
            </a:extLst>
          </p:cNvPr>
          <p:cNvSpPr/>
          <p:nvPr/>
        </p:nvSpPr>
        <p:spPr>
          <a:xfrm>
            <a:off x="2530261" y="5587630"/>
            <a:ext cx="7124018" cy="525957"/>
          </a:xfrm>
          <a:prstGeom prst="roundRect">
            <a:avLst>
              <a:gd name="adj" fmla="val 1247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Reforms to make Chinese capital markets more efficient and safer </a:t>
            </a:r>
            <a:endParaRPr lang="en-CN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99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A0DF829-D113-6D40-8B01-BE77E79641B2}"/>
              </a:ext>
            </a:extLst>
          </p:cNvPr>
          <p:cNvSpPr/>
          <p:nvPr/>
        </p:nvSpPr>
        <p:spPr>
          <a:xfrm>
            <a:off x="1538571" y="747376"/>
            <a:ext cx="5755608" cy="4717509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DengXian Light" panose="02010600030101010101" pitchFamily="2" charset="-122"/>
              </a:rPr>
              <a:t>G</a:t>
            </a:r>
            <a:r>
              <a:rPr lang="en-US" sz="1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DengXian Light" panose="02010600030101010101" pitchFamily="2" charset="-122"/>
              </a:rPr>
              <a:t>rew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DengXian Light" panose="02010600030101010101" pitchFamily="2" charset="-122"/>
              </a:rPr>
              <a:t>S</a:t>
            </a:r>
            <a:r>
              <a:rPr lang="en-US" sz="1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DengXian Light" panose="02010600030101010101" pitchFamily="2" charset="-122"/>
              </a:rPr>
              <a:t>teadily</a:t>
            </a:r>
            <a:r>
              <a:rPr lang="en-CN" b="1" dirty="0">
                <a:solidFill>
                  <a:schemeClr val="accent1"/>
                </a:solidFill>
                <a:effectLst/>
              </a:rPr>
              <a:t> </a:t>
            </a:r>
            <a:endParaRPr lang="en-CN" b="1" dirty="0">
              <a:solidFill>
                <a:schemeClr val="accent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18CE55-F2E1-9C49-97ED-BAFAC5C9133C}"/>
              </a:ext>
            </a:extLst>
          </p:cNvPr>
          <p:cNvSpPr/>
          <p:nvPr/>
        </p:nvSpPr>
        <p:spPr>
          <a:xfrm>
            <a:off x="7294179" y="747376"/>
            <a:ext cx="1047963" cy="4717509"/>
          </a:xfrm>
          <a:prstGeom prst="rect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Times New Roman" panose="02020603050405020304" pitchFamily="18" charset="0"/>
                <a:ea typeface="DengXian Light" panose="02010600030101010101" pitchFamily="2" charset="-122"/>
              </a:rPr>
              <a:t>Sharp Decline </a:t>
            </a:r>
            <a:endParaRPr lang="en-CN" b="1" dirty="0">
              <a:solidFill>
                <a:schemeClr val="accent4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EA91F3-A5DE-134A-98AE-75B97BBC2AB3}"/>
              </a:ext>
            </a:extLst>
          </p:cNvPr>
          <p:cNvSpPr/>
          <p:nvPr/>
        </p:nvSpPr>
        <p:spPr>
          <a:xfrm>
            <a:off x="8342142" y="747376"/>
            <a:ext cx="3357727" cy="4717509"/>
          </a:xfrm>
          <a:prstGeom prst="rect">
            <a:avLst/>
          </a:prstGeom>
          <a:solidFill>
            <a:schemeClr val="bg2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DengXian Light" panose="02010600030101010101" pitchFamily="2" charset="-122"/>
              </a:rPr>
              <a:t>Reserve Stabilized </a:t>
            </a:r>
            <a:endParaRPr lang="en-CN" b="1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CE2E52-C9F9-8743-82C5-16E27AFF9CED}"/>
              </a:ext>
            </a:extLst>
          </p:cNvPr>
          <p:cNvGrpSpPr/>
          <p:nvPr/>
        </p:nvGrpSpPr>
        <p:grpSpPr>
          <a:xfrm>
            <a:off x="492130" y="747376"/>
            <a:ext cx="11207739" cy="5363247"/>
            <a:chOff x="590123" y="1631731"/>
            <a:chExt cx="11207739" cy="3594538"/>
          </a:xfrm>
        </p:grpSpPr>
        <p:graphicFrame>
          <p:nvGraphicFramePr>
            <p:cNvPr id="29" name="Chart 28">
              <a:extLst>
                <a:ext uri="{FF2B5EF4-FFF2-40B4-BE49-F238E27FC236}">
                  <a16:creationId xmlns:a16="http://schemas.microsoft.com/office/drawing/2014/main" id="{AEEB526E-1F66-D74B-8441-D16F0D8AD62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98169891"/>
                </p:ext>
              </p:extLst>
            </p:nvPr>
          </p:nvGraphicFramePr>
          <p:xfrm>
            <a:off x="1082566" y="1631731"/>
            <a:ext cx="10715296" cy="359453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6EC23C-AA6E-6F42-A859-E92198B1E4D8}"/>
                </a:ext>
              </a:extLst>
            </p:cNvPr>
            <p:cNvSpPr txBox="1"/>
            <p:nvPr/>
          </p:nvSpPr>
          <p:spPr>
            <a:xfrm>
              <a:off x="590123" y="1631731"/>
              <a:ext cx="553998" cy="310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China’s Official Foreign Exchange </a:t>
              </a:r>
              <a:r>
                <a:rPr lang="en-US" altLang="zh-CN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eserves</a:t>
              </a:r>
            </a:p>
            <a:p>
              <a:pPr algn="ctr"/>
              <a:r>
                <a:rPr lang="en-US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(USD Hundred Million) </a:t>
              </a:r>
              <a:endParaRPr lang="en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841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CB15E94-82E6-564B-AB87-6B7966BBFF8F}"/>
              </a:ext>
            </a:extLst>
          </p:cNvPr>
          <p:cNvSpPr/>
          <p:nvPr/>
        </p:nvSpPr>
        <p:spPr>
          <a:xfrm>
            <a:off x="528801" y="0"/>
            <a:ext cx="4441815" cy="558337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Dollar Linked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B3AAB3-5E77-6441-B0A0-B91F1EAB752A}"/>
              </a:ext>
            </a:extLst>
          </p:cNvPr>
          <p:cNvSpPr/>
          <p:nvPr/>
        </p:nvSpPr>
        <p:spPr>
          <a:xfrm>
            <a:off x="4970616" y="1"/>
            <a:ext cx="3079531" cy="5583378"/>
          </a:xfrm>
          <a:prstGeom prst="rect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Depreciation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FE3E41-4EC4-434D-A34D-982BECA2B73E}"/>
              </a:ext>
            </a:extLst>
          </p:cNvPr>
          <p:cNvCxnSpPr/>
          <p:nvPr/>
        </p:nvCxnSpPr>
        <p:spPr>
          <a:xfrm>
            <a:off x="787499" y="557048"/>
            <a:ext cx="3626069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1361098-99D3-FA43-A6AA-C7C4D22BF2DA}"/>
              </a:ext>
            </a:extLst>
          </p:cNvPr>
          <p:cNvSpPr/>
          <p:nvPr/>
        </p:nvSpPr>
        <p:spPr>
          <a:xfrm>
            <a:off x="8050147" y="0"/>
            <a:ext cx="3762703" cy="5583378"/>
          </a:xfrm>
          <a:prstGeom prst="rect">
            <a:avLst/>
          </a:prstGeom>
          <a:solidFill>
            <a:schemeClr val="bg2">
              <a:alpha val="2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Basket Peg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8945C3-26CD-2E48-8672-1E32B735BDB2}"/>
              </a:ext>
            </a:extLst>
          </p:cNvPr>
          <p:cNvCxnSpPr>
            <a:cxnSpLocks/>
          </p:cNvCxnSpPr>
          <p:nvPr/>
        </p:nvCxnSpPr>
        <p:spPr>
          <a:xfrm>
            <a:off x="5222864" y="1224456"/>
            <a:ext cx="2827283" cy="184982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F433A3-3E3B-3C4E-A849-A2A2B666CF1A}"/>
              </a:ext>
            </a:extLst>
          </p:cNvPr>
          <p:cNvCxnSpPr/>
          <p:nvPr/>
        </p:nvCxnSpPr>
        <p:spPr>
          <a:xfrm>
            <a:off x="8155251" y="2653862"/>
            <a:ext cx="3626069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F6DEDFB1-02DA-2B4C-A9EF-402E58FF62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3014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793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EDFE42C-970A-9147-A804-B3757F0AF8B2}"/>
              </a:ext>
            </a:extLst>
          </p:cNvPr>
          <p:cNvGrpSpPr/>
          <p:nvPr/>
        </p:nvGrpSpPr>
        <p:grpSpPr>
          <a:xfrm>
            <a:off x="2822" y="1127918"/>
            <a:ext cx="12189178" cy="4602164"/>
            <a:chOff x="2822" y="767255"/>
            <a:chExt cx="12189178" cy="4602164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CCF03C71-8696-D489-4C3C-C83173F1096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19379415"/>
                </p:ext>
              </p:extLst>
            </p:nvPr>
          </p:nvGraphicFramePr>
          <p:xfrm>
            <a:off x="6098827" y="767256"/>
            <a:ext cx="6093173" cy="42328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37F66145-44F4-7F0F-80B3-694E7338FC8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2086736"/>
                </p:ext>
              </p:extLst>
            </p:nvPr>
          </p:nvGraphicFramePr>
          <p:xfrm>
            <a:off x="2822" y="767255"/>
            <a:ext cx="6090353" cy="42328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F6D877-4B8E-AF46-9104-103939036514}"/>
                </a:ext>
              </a:extLst>
            </p:cNvPr>
            <p:cNvSpPr txBox="1"/>
            <p:nvPr/>
          </p:nvSpPr>
          <p:spPr>
            <a:xfrm>
              <a:off x="2720215" y="500008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44C81A-FADD-E649-812D-6B18DA3EFE4A}"/>
                </a:ext>
              </a:extLst>
            </p:cNvPr>
            <p:cNvSpPr txBox="1"/>
            <p:nvPr/>
          </p:nvSpPr>
          <p:spPr>
            <a:xfrm>
              <a:off x="8816216" y="500008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825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5CB5E9C-0E27-1644-86C3-8F0EE3B53A8C}"/>
              </a:ext>
            </a:extLst>
          </p:cNvPr>
          <p:cNvGrpSpPr/>
          <p:nvPr/>
        </p:nvGrpSpPr>
        <p:grpSpPr>
          <a:xfrm>
            <a:off x="1686175" y="1368237"/>
            <a:ext cx="8819649" cy="4121525"/>
            <a:chOff x="1259771" y="1387365"/>
            <a:chExt cx="8819649" cy="4121525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4" name="Chart 3">
                  <a:extLst>
                    <a:ext uri="{FF2B5EF4-FFF2-40B4-BE49-F238E27FC236}">
                      <a16:creationId xmlns:a16="http://schemas.microsoft.com/office/drawing/2014/main" id="{C2AAFE7A-D809-744A-8B01-FB04BE764BBF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749909368"/>
                    </p:ext>
                  </p:extLst>
                </p:nvPr>
              </p:nvGraphicFramePr>
              <p:xfrm>
                <a:off x="1629103" y="1387365"/>
                <a:ext cx="8450317" cy="3752193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2"/>
                </a:graphicData>
              </a:graphic>
            </p:graphicFrame>
          </mc:Choice>
          <mc:Fallback xmlns="">
            <p:pic>
              <p:nvPicPr>
                <p:cNvPr id="4" name="Chart 3">
                  <a:extLst>
                    <a:ext uri="{FF2B5EF4-FFF2-40B4-BE49-F238E27FC236}">
                      <a16:creationId xmlns:a16="http://schemas.microsoft.com/office/drawing/2014/main" id="{C2AAFE7A-D809-744A-8B01-FB04BE764BB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5507" y="1368237"/>
                  <a:ext cx="8450317" cy="375219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77FF82-B2C8-7146-8BAF-CC3F67DE35A3}"/>
                </a:ext>
              </a:extLst>
            </p:cNvPr>
            <p:cNvSpPr txBox="1"/>
            <p:nvPr/>
          </p:nvSpPr>
          <p:spPr>
            <a:xfrm>
              <a:off x="4120055" y="5139558"/>
              <a:ext cx="1755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Pre-2015 Policy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04DEAB-AFFA-3945-BB5E-75C9DB1E03AC}"/>
                </a:ext>
              </a:extLst>
            </p:cNvPr>
            <p:cNvSpPr txBox="1"/>
            <p:nvPr/>
          </p:nvSpPr>
          <p:spPr>
            <a:xfrm>
              <a:off x="6096001" y="5139558"/>
              <a:ext cx="1755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Post-2015 Policy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5B5C1E-71CE-BC46-952D-40D7A1994DED}"/>
                </a:ext>
              </a:extLst>
            </p:cNvPr>
            <p:cNvSpPr txBox="1"/>
            <p:nvPr/>
          </p:nvSpPr>
          <p:spPr>
            <a:xfrm>
              <a:off x="1259771" y="1387365"/>
              <a:ext cx="369332" cy="3752193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CN" sz="1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Trade balance (RMB hudred million)</a:t>
              </a:r>
              <a:endParaRPr lang="en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49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945842E-F726-CA4B-BD45-BF30736BE9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2522172"/>
              </p:ext>
            </p:extLst>
          </p:nvPr>
        </p:nvGraphicFramePr>
        <p:xfrm>
          <a:off x="1192192" y="1192192"/>
          <a:ext cx="9965803" cy="3981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260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177F10A-B6C7-9935-B3DC-683E14D8A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663631"/>
              </p:ext>
            </p:extLst>
          </p:nvPr>
        </p:nvGraphicFramePr>
        <p:xfrm>
          <a:off x="88490" y="692690"/>
          <a:ext cx="12015019" cy="5472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151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152</Words>
  <Application>Microsoft Macintosh PowerPoint</Application>
  <PresentationFormat>Widescreen</PresentationFormat>
  <Paragraphs>30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凯 任</dc:creator>
  <cp:lastModifiedBy>凯 任</cp:lastModifiedBy>
  <cp:revision>535</cp:revision>
  <dcterms:created xsi:type="dcterms:W3CDTF">2025-01-07T06:01:04Z</dcterms:created>
  <dcterms:modified xsi:type="dcterms:W3CDTF">2025-01-10T11:39:32Z</dcterms:modified>
</cp:coreProperties>
</file>